
<file path=[Content_Types].xml><?xml version="1.0" encoding="utf-8"?>
<Types xmlns="http://schemas.openxmlformats.org/package/2006/content-types">
  <Default Extension="fntdata" ContentType="application/x-fontdata"/>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302"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84" r:id="rId25"/>
    <p:sldId id="285" r:id="rId26"/>
    <p:sldId id="286" r:id="rId27"/>
    <p:sldId id="287" r:id="rId28"/>
  </p:sldIdLst>
  <p:sldSz cx="9144000" cy="5143500" type="screen16x9"/>
  <p:notesSz cx="6858000" cy="9144000"/>
  <p:embeddedFontLst>
    <p:embeddedFont>
      <p:font typeface="Old Standard TT" panose="020B0604020202020204" charset="0"/>
      <p:regular r:id="rId30"/>
      <p:bold r:id="rId31"/>
      <p:italic r:id="rId32"/>
    </p:embeddedFont>
    <p:embeddedFont>
      <p:font typeface="Roboto Mono" panose="00000009000000000000" pitchFamily="49"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940" y="5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7.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c6f9035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c6f9035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
        <p:cNvGrpSpPr/>
        <p:nvPr/>
      </p:nvGrpSpPr>
      <p:grpSpPr>
        <a:xfrm>
          <a:off x="0" y="0"/>
          <a:ext cx="0" cy="0"/>
          <a:chOff x="0" y="0"/>
          <a:chExt cx="0" cy="0"/>
        </a:xfrm>
      </p:grpSpPr>
      <p:sp>
        <p:nvSpPr>
          <p:cNvPr id="62" name="Google Shape;62;gc6f90357f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 name="Google Shape;63;gc6f90357f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c6f90357f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c6f90357f_0_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190843f10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3190843f10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190843f101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190843f101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a:extLst>
            <a:ext uri="{FF2B5EF4-FFF2-40B4-BE49-F238E27FC236}">
              <a16:creationId xmlns:a16="http://schemas.microsoft.com/office/drawing/2014/main" id="{4236ABA3-4500-60D2-6F3C-DE4DFFF532E5}"/>
            </a:ext>
          </a:extLst>
        </p:cNvPr>
        <p:cNvGrpSpPr/>
        <p:nvPr/>
      </p:nvGrpSpPr>
      <p:grpSpPr>
        <a:xfrm>
          <a:off x="0" y="0"/>
          <a:ext cx="0" cy="0"/>
          <a:chOff x="0" y="0"/>
          <a:chExt cx="0" cy="0"/>
        </a:xfrm>
      </p:grpSpPr>
      <p:sp>
        <p:nvSpPr>
          <p:cNvPr id="80" name="Google Shape;80;g3190843f101_0_8:notes">
            <a:extLst>
              <a:ext uri="{FF2B5EF4-FFF2-40B4-BE49-F238E27FC236}">
                <a16:creationId xmlns:a16="http://schemas.microsoft.com/office/drawing/2014/main" id="{34AF95E8-CDFE-9738-DF60-EDE8DAC7D1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3190843f101_0_8:notes">
            <a:extLst>
              <a:ext uri="{FF2B5EF4-FFF2-40B4-BE49-F238E27FC236}">
                <a16:creationId xmlns:a16="http://schemas.microsoft.com/office/drawing/2014/main" id="{1F9CCEBC-45EB-671C-3184-6581192027F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14140834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3190843f101_0_1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3190843f101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3190843f101_0_2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3190843f101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3190843f101_0_3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3190843f101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g3190843f101_0_4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 name="Google Shape;105;g3190843f101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
        <p:cNvGrpSpPr/>
        <p:nvPr/>
      </p:nvGrpSpPr>
      <p:grpSpPr>
        <a:xfrm>
          <a:off x="0" y="0"/>
          <a:ext cx="0" cy="0"/>
          <a:chOff x="0" y="0"/>
          <a:chExt cx="0" cy="0"/>
        </a:xfrm>
      </p:grpSpPr>
      <p:sp>
        <p:nvSpPr>
          <p:cNvPr id="111" name="Google Shape;111;g3190843f101_0_3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 name="Google Shape;112;g3190843f10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3190843f101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3190843f101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3190843f101_0_109: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3190843f101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3190843f101_0_117: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3190843f101_0_1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3190843f101_0_124: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3190843f101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42" name="Google Shape;142;g3190843f101_0_162: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3" name="Google Shape;143;g3190843f101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7"/>
        <p:cNvGrpSpPr/>
        <p:nvPr/>
      </p:nvGrpSpPr>
      <p:grpSpPr>
        <a:xfrm>
          <a:off x="0" y="0"/>
          <a:ext cx="0" cy="0"/>
          <a:chOff x="0" y="0"/>
          <a:chExt cx="0" cy="0"/>
        </a:xfrm>
      </p:grpSpPr>
      <p:sp>
        <p:nvSpPr>
          <p:cNvPr id="148" name="Google Shape;148;g31ad97d778f_0_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9" name="Google Shape;149;g31ad97d778f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3190843f101_0_51: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3190843f101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190843f101_0_60: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190843f101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3190843f101_0_6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3190843f101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3190843f101_0_73: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3190843f101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g3190843f101_0_88: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1" name="Google Shape;181;g3190843f101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190843f101_0_95: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190843f101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g31ad97d778f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0" name="Google Shape;230;g31ad97d778f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g31ad97d778f_0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6" name="Google Shape;236;g31ad97d778f_0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0"/>
        <p:cNvGrpSpPr/>
        <p:nvPr/>
      </p:nvGrpSpPr>
      <p:grpSpPr>
        <a:xfrm>
          <a:off x="0" y="0"/>
          <a:ext cx="0" cy="0"/>
          <a:chOff x="0" y="0"/>
          <a:chExt cx="0" cy="0"/>
        </a:xfrm>
      </p:grpSpPr>
      <p:sp>
        <p:nvSpPr>
          <p:cNvPr id="241" name="Google Shape;241;g31ad97d778f_0_56:notes"/>
          <p:cNvSpPr>
            <a:spLocks noGrp="1" noRot="1" noChangeAspect="1"/>
          </p:cNvSpPr>
          <p:nvPr>
            <p:ph type="sldImg" idx="2"/>
          </p:nvPr>
        </p:nvSpPr>
        <p:spPr>
          <a:xfrm>
            <a:off x="381188" y="685800"/>
            <a:ext cx="60963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2" name="Google Shape;242;g31ad97d778f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1ad97d778f_0_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31ad97d778f_0_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solidFill>
          <a:schemeClr val="dk1"/>
        </a:solidFill>
        <a:effectLst/>
      </p:bgPr>
    </p:bg>
    <p:spTree>
      <p:nvGrpSpPr>
        <p:cNvPr id="1" name="Shape 9"/>
        <p:cNvGrpSpPr/>
        <p:nvPr/>
      </p:nvGrpSpPr>
      <p:grpSpPr>
        <a:xfrm>
          <a:off x="0" y="0"/>
          <a:ext cx="0" cy="0"/>
          <a:chOff x="0" y="0"/>
          <a:chExt cx="0" cy="0"/>
        </a:xfrm>
      </p:grpSpPr>
      <p:sp>
        <p:nvSpPr>
          <p:cNvPr id="10" name="Google Shape;10;p2"/>
          <p:cNvSpPr/>
          <p:nvPr/>
        </p:nvSpPr>
        <p:spPr>
          <a:xfrm>
            <a:off x="0" y="100"/>
            <a:ext cx="9144000" cy="1711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1" name="Google Shape;11;p2"/>
          <p:cNvCxnSpPr/>
          <p:nvPr/>
        </p:nvCxnSpPr>
        <p:spPr>
          <a:xfrm>
            <a:off x="641934" y="3597500"/>
            <a:ext cx="390300" cy="0"/>
          </a:xfrm>
          <a:prstGeom prst="straightConnector1">
            <a:avLst/>
          </a:prstGeom>
          <a:noFill/>
          <a:ln w="28575" cap="flat" cmpd="sng">
            <a:solidFill>
              <a:schemeClr val="accent1"/>
            </a:solidFill>
            <a:prstDash val="solid"/>
            <a:round/>
            <a:headEnd type="none" w="sm" len="sm"/>
            <a:tailEnd type="none" w="sm" len="sm"/>
          </a:ln>
        </p:spPr>
      </p:cxnSp>
      <p:sp>
        <p:nvSpPr>
          <p:cNvPr id="12" name="Google Shape;12;p2"/>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4200"/>
              <a:buNone/>
              <a:defRPr sz="4200">
                <a:solidFill>
                  <a:schemeClr val="accent1"/>
                </a:solidFill>
              </a:defRPr>
            </a:lvl1pPr>
            <a:lvl2pPr lvl="1">
              <a:spcBef>
                <a:spcPts val="0"/>
              </a:spcBef>
              <a:spcAft>
                <a:spcPts val="0"/>
              </a:spcAft>
              <a:buClr>
                <a:schemeClr val="accent1"/>
              </a:buClr>
              <a:buSzPts val="4200"/>
              <a:buNone/>
              <a:defRPr sz="4200">
                <a:solidFill>
                  <a:schemeClr val="accent1"/>
                </a:solidFill>
              </a:defRPr>
            </a:lvl2pPr>
            <a:lvl3pPr lvl="2">
              <a:spcBef>
                <a:spcPts val="0"/>
              </a:spcBef>
              <a:spcAft>
                <a:spcPts val="0"/>
              </a:spcAft>
              <a:buClr>
                <a:schemeClr val="accent1"/>
              </a:buClr>
              <a:buSzPts val="4200"/>
              <a:buNone/>
              <a:defRPr sz="4200">
                <a:solidFill>
                  <a:schemeClr val="accent1"/>
                </a:solidFill>
              </a:defRPr>
            </a:lvl3pPr>
            <a:lvl4pPr lvl="3">
              <a:spcBef>
                <a:spcPts val="0"/>
              </a:spcBef>
              <a:spcAft>
                <a:spcPts val="0"/>
              </a:spcAft>
              <a:buClr>
                <a:schemeClr val="accent1"/>
              </a:buClr>
              <a:buSzPts val="4200"/>
              <a:buNone/>
              <a:defRPr sz="4200">
                <a:solidFill>
                  <a:schemeClr val="accent1"/>
                </a:solidFill>
              </a:defRPr>
            </a:lvl4pPr>
            <a:lvl5pPr lvl="4">
              <a:spcBef>
                <a:spcPts val="0"/>
              </a:spcBef>
              <a:spcAft>
                <a:spcPts val="0"/>
              </a:spcAft>
              <a:buClr>
                <a:schemeClr val="accent1"/>
              </a:buClr>
              <a:buSzPts val="4200"/>
              <a:buNone/>
              <a:defRPr sz="4200">
                <a:solidFill>
                  <a:schemeClr val="accent1"/>
                </a:solidFill>
              </a:defRPr>
            </a:lvl5pPr>
            <a:lvl6pPr lvl="5">
              <a:spcBef>
                <a:spcPts val="0"/>
              </a:spcBef>
              <a:spcAft>
                <a:spcPts val="0"/>
              </a:spcAft>
              <a:buClr>
                <a:schemeClr val="accent1"/>
              </a:buClr>
              <a:buSzPts val="4200"/>
              <a:buNone/>
              <a:defRPr sz="4200">
                <a:solidFill>
                  <a:schemeClr val="accent1"/>
                </a:solidFill>
              </a:defRPr>
            </a:lvl6pPr>
            <a:lvl7pPr lvl="6">
              <a:spcBef>
                <a:spcPts val="0"/>
              </a:spcBef>
              <a:spcAft>
                <a:spcPts val="0"/>
              </a:spcAft>
              <a:buClr>
                <a:schemeClr val="accent1"/>
              </a:buClr>
              <a:buSzPts val="4200"/>
              <a:buNone/>
              <a:defRPr sz="4200">
                <a:solidFill>
                  <a:schemeClr val="accent1"/>
                </a:solidFill>
              </a:defRPr>
            </a:lvl7pPr>
            <a:lvl8pPr lvl="7">
              <a:spcBef>
                <a:spcPts val="0"/>
              </a:spcBef>
              <a:spcAft>
                <a:spcPts val="0"/>
              </a:spcAft>
              <a:buClr>
                <a:schemeClr val="accent1"/>
              </a:buClr>
              <a:buSzPts val="4200"/>
              <a:buNone/>
              <a:defRPr sz="4200">
                <a:solidFill>
                  <a:schemeClr val="accent1"/>
                </a:solidFill>
              </a:defRPr>
            </a:lvl8pPr>
            <a:lvl9pPr lvl="8">
              <a:spcBef>
                <a:spcPts val="0"/>
              </a:spcBef>
              <a:spcAft>
                <a:spcPts val="0"/>
              </a:spcAft>
              <a:buClr>
                <a:schemeClr val="accent1"/>
              </a:buClr>
              <a:buSzPts val="4200"/>
              <a:buNone/>
              <a:defRPr sz="4200">
                <a:solidFill>
                  <a:schemeClr val="accent1"/>
                </a:solidFill>
              </a:defRPr>
            </a:lvl9pPr>
          </a:lstStyle>
          <a:p>
            <a:endParaRPr/>
          </a:p>
        </p:txBody>
      </p:sp>
      <p:sp>
        <p:nvSpPr>
          <p:cNvPr id="13" name="Google Shape;13;p2"/>
          <p:cNvSpPr txBox="1">
            <a:spLocks noGrp="1"/>
          </p:cNvSpPr>
          <p:nvPr>
            <p:ph type="subTitle" idx="1"/>
          </p:nvPr>
        </p:nvSpPr>
        <p:spPr>
          <a:xfrm>
            <a:off x="512700" y="3840639"/>
            <a:ext cx="8118600" cy="7875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Clr>
                <a:schemeClr val="accent2"/>
              </a:buClr>
              <a:buSzPts val="2400"/>
              <a:buNone/>
              <a:defRPr sz="2400">
                <a:solidFill>
                  <a:schemeClr val="accent2"/>
                </a:solidFill>
              </a:defRPr>
            </a:lvl1pPr>
            <a:lvl2pPr lvl="1">
              <a:lnSpc>
                <a:spcPct val="100000"/>
              </a:lnSpc>
              <a:spcBef>
                <a:spcPts val="0"/>
              </a:spcBef>
              <a:spcAft>
                <a:spcPts val="0"/>
              </a:spcAft>
              <a:buClr>
                <a:schemeClr val="accent2"/>
              </a:buClr>
              <a:buSzPts val="2400"/>
              <a:buNone/>
              <a:defRPr sz="2400">
                <a:solidFill>
                  <a:schemeClr val="accent2"/>
                </a:solidFill>
              </a:defRPr>
            </a:lvl2pPr>
            <a:lvl3pPr lvl="2">
              <a:lnSpc>
                <a:spcPct val="100000"/>
              </a:lnSpc>
              <a:spcBef>
                <a:spcPts val="0"/>
              </a:spcBef>
              <a:spcAft>
                <a:spcPts val="0"/>
              </a:spcAft>
              <a:buClr>
                <a:schemeClr val="accent2"/>
              </a:buClr>
              <a:buSzPts val="2400"/>
              <a:buNone/>
              <a:defRPr sz="2400">
                <a:solidFill>
                  <a:schemeClr val="accent2"/>
                </a:solidFill>
              </a:defRPr>
            </a:lvl3pPr>
            <a:lvl4pPr lvl="3">
              <a:lnSpc>
                <a:spcPct val="100000"/>
              </a:lnSpc>
              <a:spcBef>
                <a:spcPts val="0"/>
              </a:spcBef>
              <a:spcAft>
                <a:spcPts val="0"/>
              </a:spcAft>
              <a:buClr>
                <a:schemeClr val="accent2"/>
              </a:buClr>
              <a:buSzPts val="2400"/>
              <a:buNone/>
              <a:defRPr sz="2400">
                <a:solidFill>
                  <a:schemeClr val="accent2"/>
                </a:solidFill>
              </a:defRPr>
            </a:lvl4pPr>
            <a:lvl5pPr lvl="4">
              <a:lnSpc>
                <a:spcPct val="100000"/>
              </a:lnSpc>
              <a:spcBef>
                <a:spcPts val="0"/>
              </a:spcBef>
              <a:spcAft>
                <a:spcPts val="0"/>
              </a:spcAft>
              <a:buClr>
                <a:schemeClr val="accent2"/>
              </a:buClr>
              <a:buSzPts val="2400"/>
              <a:buNone/>
              <a:defRPr sz="2400">
                <a:solidFill>
                  <a:schemeClr val="accent2"/>
                </a:solidFill>
              </a:defRPr>
            </a:lvl5pPr>
            <a:lvl6pPr lvl="5">
              <a:lnSpc>
                <a:spcPct val="100000"/>
              </a:lnSpc>
              <a:spcBef>
                <a:spcPts val="0"/>
              </a:spcBef>
              <a:spcAft>
                <a:spcPts val="0"/>
              </a:spcAft>
              <a:buClr>
                <a:schemeClr val="accent2"/>
              </a:buClr>
              <a:buSzPts val="2400"/>
              <a:buNone/>
              <a:defRPr sz="2400">
                <a:solidFill>
                  <a:schemeClr val="accent2"/>
                </a:solidFill>
              </a:defRPr>
            </a:lvl6pPr>
            <a:lvl7pPr lvl="6">
              <a:lnSpc>
                <a:spcPct val="100000"/>
              </a:lnSpc>
              <a:spcBef>
                <a:spcPts val="0"/>
              </a:spcBef>
              <a:spcAft>
                <a:spcPts val="0"/>
              </a:spcAft>
              <a:buClr>
                <a:schemeClr val="accent2"/>
              </a:buClr>
              <a:buSzPts val="2400"/>
              <a:buNone/>
              <a:defRPr sz="2400">
                <a:solidFill>
                  <a:schemeClr val="accent2"/>
                </a:solidFill>
              </a:defRPr>
            </a:lvl7pPr>
            <a:lvl8pPr lvl="7">
              <a:lnSpc>
                <a:spcPct val="100000"/>
              </a:lnSpc>
              <a:spcBef>
                <a:spcPts val="0"/>
              </a:spcBef>
              <a:spcAft>
                <a:spcPts val="0"/>
              </a:spcAft>
              <a:buClr>
                <a:schemeClr val="accent2"/>
              </a:buClr>
              <a:buSzPts val="2400"/>
              <a:buNone/>
              <a:defRPr sz="2400">
                <a:solidFill>
                  <a:schemeClr val="accent2"/>
                </a:solidFill>
              </a:defRPr>
            </a:lvl8pPr>
            <a:lvl9pPr lvl="8">
              <a:lnSpc>
                <a:spcPct val="100000"/>
              </a:lnSpc>
              <a:spcBef>
                <a:spcPts val="0"/>
              </a:spcBef>
              <a:spcAft>
                <a:spcPts val="0"/>
              </a:spcAft>
              <a:buClr>
                <a:schemeClr val="accent2"/>
              </a:buClr>
              <a:buSzPts val="2400"/>
              <a:buNone/>
              <a:defRPr sz="2400">
                <a:solidFill>
                  <a:schemeClr val="accent2"/>
                </a:solidFill>
              </a:defRPr>
            </a:lvl9pPr>
          </a:lstStyle>
          <a:p>
            <a:endParaRPr/>
          </a:p>
        </p:txBody>
      </p:sp>
      <p:sp>
        <p:nvSpPr>
          <p:cNvPr id="14" name="Google Shape;14;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bg>
      <p:bgPr>
        <a:solidFill>
          <a:schemeClr val="dk1"/>
        </a:solidFill>
        <a:effectLst/>
      </p:bgPr>
    </p:bg>
    <p:spTree>
      <p:nvGrpSpPr>
        <p:cNvPr id="1" name="Shape 15"/>
        <p:cNvGrpSpPr/>
        <p:nvPr/>
      </p:nvGrpSpPr>
      <p:grpSpPr>
        <a:xfrm>
          <a:off x="0" y="0"/>
          <a:ext cx="0" cy="0"/>
          <a:chOff x="0" y="0"/>
          <a:chExt cx="0" cy="0"/>
        </a:xfrm>
      </p:grpSpPr>
      <p:cxnSp>
        <p:nvCxnSpPr>
          <p:cNvPr id="16" name="Google Shape;16;p3"/>
          <p:cNvCxnSpPr/>
          <p:nvPr/>
        </p:nvCxnSpPr>
        <p:spPr>
          <a:xfrm>
            <a:off x="641934" y="3597500"/>
            <a:ext cx="390300" cy="0"/>
          </a:xfrm>
          <a:prstGeom prst="straightConnector1">
            <a:avLst/>
          </a:prstGeom>
          <a:noFill/>
          <a:ln w="28575" cap="flat" cmpd="sng">
            <a:solidFill>
              <a:schemeClr val="lt2"/>
            </a:solidFill>
            <a:prstDash val="solid"/>
            <a:round/>
            <a:headEnd type="none" w="sm" len="sm"/>
            <a:tailEnd type="none" w="sm" len="sm"/>
          </a:ln>
        </p:spPr>
      </p:cxnSp>
      <p:sp>
        <p:nvSpPr>
          <p:cNvPr id="17" name="Google Shape;17;p3"/>
          <p:cNvSpPr txBox="1">
            <a:spLocks noGrp="1"/>
          </p:cNvSpPr>
          <p:nvPr>
            <p:ph type="title"/>
          </p:nvPr>
        </p:nvSpPr>
        <p:spPr>
          <a:xfrm>
            <a:off x="512700" y="1893300"/>
            <a:ext cx="8118600" cy="1522800"/>
          </a:xfrm>
          <a:prstGeom prst="rect">
            <a:avLst/>
          </a:prstGeom>
        </p:spPr>
        <p:txBody>
          <a:bodyPr spcFirstLastPara="1" wrap="square" lIns="91425" tIns="91425" rIns="91425" bIns="91425" anchor="b" anchorCtr="0">
            <a:noAutofit/>
          </a:bodyPr>
          <a:lstStyle>
            <a:lvl1pPr lvl="0">
              <a:spcBef>
                <a:spcPts val="0"/>
              </a:spcBef>
              <a:spcAft>
                <a:spcPts val="0"/>
              </a:spcAft>
              <a:buClr>
                <a:schemeClr val="accent1"/>
              </a:buClr>
              <a:buSzPts val="6000"/>
              <a:buNone/>
              <a:defRPr sz="6000">
                <a:solidFill>
                  <a:schemeClr val="accent1"/>
                </a:solidFill>
              </a:defRPr>
            </a:lvl1pPr>
            <a:lvl2pPr lvl="1">
              <a:spcBef>
                <a:spcPts val="0"/>
              </a:spcBef>
              <a:spcAft>
                <a:spcPts val="0"/>
              </a:spcAft>
              <a:buClr>
                <a:schemeClr val="accent1"/>
              </a:buClr>
              <a:buSzPts val="6000"/>
              <a:buNone/>
              <a:defRPr sz="6000">
                <a:solidFill>
                  <a:schemeClr val="accent1"/>
                </a:solidFill>
              </a:defRPr>
            </a:lvl2pPr>
            <a:lvl3pPr lvl="2">
              <a:spcBef>
                <a:spcPts val="0"/>
              </a:spcBef>
              <a:spcAft>
                <a:spcPts val="0"/>
              </a:spcAft>
              <a:buClr>
                <a:schemeClr val="accent1"/>
              </a:buClr>
              <a:buSzPts val="6000"/>
              <a:buNone/>
              <a:defRPr sz="6000">
                <a:solidFill>
                  <a:schemeClr val="accent1"/>
                </a:solidFill>
              </a:defRPr>
            </a:lvl3pPr>
            <a:lvl4pPr lvl="3">
              <a:spcBef>
                <a:spcPts val="0"/>
              </a:spcBef>
              <a:spcAft>
                <a:spcPts val="0"/>
              </a:spcAft>
              <a:buClr>
                <a:schemeClr val="accent1"/>
              </a:buClr>
              <a:buSzPts val="6000"/>
              <a:buNone/>
              <a:defRPr sz="6000">
                <a:solidFill>
                  <a:schemeClr val="accent1"/>
                </a:solidFill>
              </a:defRPr>
            </a:lvl4pPr>
            <a:lvl5pPr lvl="4">
              <a:spcBef>
                <a:spcPts val="0"/>
              </a:spcBef>
              <a:spcAft>
                <a:spcPts val="0"/>
              </a:spcAft>
              <a:buClr>
                <a:schemeClr val="accent1"/>
              </a:buClr>
              <a:buSzPts val="6000"/>
              <a:buNone/>
              <a:defRPr sz="6000">
                <a:solidFill>
                  <a:schemeClr val="accent1"/>
                </a:solidFill>
              </a:defRPr>
            </a:lvl5pPr>
            <a:lvl6pPr lvl="5">
              <a:spcBef>
                <a:spcPts val="0"/>
              </a:spcBef>
              <a:spcAft>
                <a:spcPts val="0"/>
              </a:spcAft>
              <a:buClr>
                <a:schemeClr val="accent1"/>
              </a:buClr>
              <a:buSzPts val="6000"/>
              <a:buNone/>
              <a:defRPr sz="6000">
                <a:solidFill>
                  <a:schemeClr val="accent1"/>
                </a:solidFill>
              </a:defRPr>
            </a:lvl6pPr>
            <a:lvl7pPr lvl="6">
              <a:spcBef>
                <a:spcPts val="0"/>
              </a:spcBef>
              <a:spcAft>
                <a:spcPts val="0"/>
              </a:spcAft>
              <a:buClr>
                <a:schemeClr val="accent1"/>
              </a:buClr>
              <a:buSzPts val="6000"/>
              <a:buNone/>
              <a:defRPr sz="6000">
                <a:solidFill>
                  <a:schemeClr val="accent1"/>
                </a:solidFill>
              </a:defRPr>
            </a:lvl7pPr>
            <a:lvl8pPr lvl="7">
              <a:spcBef>
                <a:spcPts val="0"/>
              </a:spcBef>
              <a:spcAft>
                <a:spcPts val="0"/>
              </a:spcAft>
              <a:buClr>
                <a:schemeClr val="accent1"/>
              </a:buClr>
              <a:buSzPts val="6000"/>
              <a:buNone/>
              <a:defRPr sz="6000">
                <a:solidFill>
                  <a:schemeClr val="accent1"/>
                </a:solidFill>
              </a:defRPr>
            </a:lvl8pPr>
            <a:lvl9pPr lvl="8">
              <a:spcBef>
                <a:spcPts val="0"/>
              </a:spcBef>
              <a:spcAft>
                <a:spcPts val="0"/>
              </a:spcAft>
              <a:buClr>
                <a:schemeClr val="accent1"/>
              </a:buClr>
              <a:buSzPts val="6000"/>
              <a:buNone/>
              <a:defRPr sz="6000">
                <a:solidFill>
                  <a:schemeClr val="accent1"/>
                </a:solidFill>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9"/>
        <p:cNvGrpSpPr/>
        <p:nvPr/>
      </p:nvGrpSpPr>
      <p:grpSpPr>
        <a:xfrm>
          <a:off x="0" y="0"/>
          <a:ext cx="0" cy="0"/>
          <a:chOff x="0" y="0"/>
          <a:chExt cx="0" cy="0"/>
        </a:xfrm>
      </p:grpSpPr>
      <p:sp>
        <p:nvSpPr>
          <p:cNvPr id="20" name="Google Shape;20;p4"/>
          <p:cNvSpPr/>
          <p:nvPr/>
        </p:nvSpPr>
        <p:spPr>
          <a:xfrm>
            <a:off x="0"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2" name="Google Shape;22;p4"/>
          <p:cNvSpPr txBox="1">
            <a:spLocks noGrp="1"/>
          </p:cNvSpPr>
          <p:nvPr>
            <p:ph type="body" idx="1"/>
          </p:nvPr>
        </p:nvSpPr>
        <p:spPr>
          <a:xfrm>
            <a:off x="311700" y="1171600"/>
            <a:ext cx="8520600" cy="33972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3" name="Google Shape;23;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4"/>
        <p:cNvGrpSpPr/>
        <p:nvPr/>
      </p:nvGrpSpPr>
      <p:grpSpPr>
        <a:xfrm>
          <a:off x="0" y="0"/>
          <a:ext cx="0" cy="0"/>
          <a:chOff x="0" y="0"/>
          <a:chExt cx="0" cy="0"/>
        </a:xfrm>
      </p:grpSpPr>
      <p:sp>
        <p:nvSpPr>
          <p:cNvPr id="25" name="Google Shape;25;p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26" name="Google Shape;26;p5"/>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7" name="Google Shape;27;p5"/>
          <p:cNvSpPr txBox="1">
            <a:spLocks noGrp="1"/>
          </p:cNvSpPr>
          <p:nvPr>
            <p:ph type="body" idx="2"/>
          </p:nvPr>
        </p:nvSpPr>
        <p:spPr>
          <a:xfrm>
            <a:off x="4832400" y="1171675"/>
            <a:ext cx="3999900" cy="33972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8" name="Google Shape;28;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9"/>
        <p:cNvGrpSpPr/>
        <p:nvPr/>
      </p:nvGrpSpPr>
      <p:grpSpPr>
        <a:xfrm>
          <a:off x="0" y="0"/>
          <a:ext cx="0" cy="0"/>
          <a:chOff x="0" y="0"/>
          <a:chExt cx="0" cy="0"/>
        </a:xfrm>
      </p:grpSpPr>
      <p:sp>
        <p:nvSpPr>
          <p:cNvPr id="30" name="Google Shape;30;p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4" name="Google Shape;34;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5" name="Google Shape;35;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2"/>
        </a:solidFill>
        <a:effectLst/>
      </p:bgPr>
    </p:bg>
    <p:spTree>
      <p:nvGrpSpPr>
        <p:cNvPr id="1" name="Shape 36"/>
        <p:cNvGrpSpPr/>
        <p:nvPr/>
      </p:nvGrpSpPr>
      <p:grpSpPr>
        <a:xfrm>
          <a:off x="0" y="0"/>
          <a:ext cx="0" cy="0"/>
          <a:chOff x="0" y="0"/>
          <a:chExt cx="0" cy="0"/>
        </a:xfrm>
      </p:grpSpPr>
      <p:sp>
        <p:nvSpPr>
          <p:cNvPr id="37" name="Google Shape;37;p8"/>
          <p:cNvSpPr txBox="1">
            <a:spLocks noGrp="1"/>
          </p:cNvSpPr>
          <p:nvPr>
            <p:ph type="title"/>
          </p:nvPr>
        </p:nvSpPr>
        <p:spPr>
          <a:xfrm>
            <a:off x="490250" y="526350"/>
            <a:ext cx="5604000" cy="40908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1"/>
              </a:buClr>
              <a:buSzPts val="5400"/>
              <a:buNone/>
              <a:defRPr sz="5400">
                <a:solidFill>
                  <a:schemeClr val="accent1"/>
                </a:solidFill>
              </a:defRPr>
            </a:lvl1pPr>
            <a:lvl2pPr lvl="1">
              <a:spcBef>
                <a:spcPts val="0"/>
              </a:spcBef>
              <a:spcAft>
                <a:spcPts val="0"/>
              </a:spcAft>
              <a:buClr>
                <a:schemeClr val="accent1"/>
              </a:buClr>
              <a:buSzPts val="5400"/>
              <a:buNone/>
              <a:defRPr sz="5400">
                <a:solidFill>
                  <a:schemeClr val="accent1"/>
                </a:solidFill>
              </a:defRPr>
            </a:lvl2pPr>
            <a:lvl3pPr lvl="2">
              <a:spcBef>
                <a:spcPts val="0"/>
              </a:spcBef>
              <a:spcAft>
                <a:spcPts val="0"/>
              </a:spcAft>
              <a:buClr>
                <a:schemeClr val="accent1"/>
              </a:buClr>
              <a:buSzPts val="5400"/>
              <a:buNone/>
              <a:defRPr sz="5400">
                <a:solidFill>
                  <a:schemeClr val="accent1"/>
                </a:solidFill>
              </a:defRPr>
            </a:lvl3pPr>
            <a:lvl4pPr lvl="3">
              <a:spcBef>
                <a:spcPts val="0"/>
              </a:spcBef>
              <a:spcAft>
                <a:spcPts val="0"/>
              </a:spcAft>
              <a:buClr>
                <a:schemeClr val="accent1"/>
              </a:buClr>
              <a:buSzPts val="5400"/>
              <a:buNone/>
              <a:defRPr sz="5400">
                <a:solidFill>
                  <a:schemeClr val="accent1"/>
                </a:solidFill>
              </a:defRPr>
            </a:lvl4pPr>
            <a:lvl5pPr lvl="4">
              <a:spcBef>
                <a:spcPts val="0"/>
              </a:spcBef>
              <a:spcAft>
                <a:spcPts val="0"/>
              </a:spcAft>
              <a:buClr>
                <a:schemeClr val="accent1"/>
              </a:buClr>
              <a:buSzPts val="5400"/>
              <a:buNone/>
              <a:defRPr sz="5400">
                <a:solidFill>
                  <a:schemeClr val="accent1"/>
                </a:solidFill>
              </a:defRPr>
            </a:lvl5pPr>
            <a:lvl6pPr lvl="5">
              <a:spcBef>
                <a:spcPts val="0"/>
              </a:spcBef>
              <a:spcAft>
                <a:spcPts val="0"/>
              </a:spcAft>
              <a:buClr>
                <a:schemeClr val="accent1"/>
              </a:buClr>
              <a:buSzPts val="5400"/>
              <a:buNone/>
              <a:defRPr sz="5400">
                <a:solidFill>
                  <a:schemeClr val="accent1"/>
                </a:solidFill>
              </a:defRPr>
            </a:lvl6pPr>
            <a:lvl7pPr lvl="6">
              <a:spcBef>
                <a:spcPts val="0"/>
              </a:spcBef>
              <a:spcAft>
                <a:spcPts val="0"/>
              </a:spcAft>
              <a:buClr>
                <a:schemeClr val="accent1"/>
              </a:buClr>
              <a:buSzPts val="5400"/>
              <a:buNone/>
              <a:defRPr sz="5400">
                <a:solidFill>
                  <a:schemeClr val="accent1"/>
                </a:solidFill>
              </a:defRPr>
            </a:lvl7pPr>
            <a:lvl8pPr lvl="7">
              <a:spcBef>
                <a:spcPts val="0"/>
              </a:spcBef>
              <a:spcAft>
                <a:spcPts val="0"/>
              </a:spcAft>
              <a:buClr>
                <a:schemeClr val="accent1"/>
              </a:buClr>
              <a:buSzPts val="5400"/>
              <a:buNone/>
              <a:defRPr sz="5400">
                <a:solidFill>
                  <a:schemeClr val="accent1"/>
                </a:solidFill>
              </a:defRPr>
            </a:lvl8pPr>
            <a:lvl9pPr lvl="8">
              <a:spcBef>
                <a:spcPts val="0"/>
              </a:spcBef>
              <a:spcAft>
                <a:spcPts val="0"/>
              </a:spcAft>
              <a:buClr>
                <a:schemeClr val="accent1"/>
              </a:buClr>
              <a:buSzPts val="5400"/>
              <a:buNone/>
              <a:defRPr sz="5400">
                <a:solidFill>
                  <a:schemeClr val="accent1"/>
                </a:solidFill>
              </a:defRPr>
            </a:lvl9pPr>
          </a:lstStyle>
          <a:p>
            <a:endParaRPr/>
          </a:p>
        </p:txBody>
      </p:sp>
      <p:sp>
        <p:nvSpPr>
          <p:cNvPr id="38" name="Google Shape;38;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sp>
        <p:nvSpPr>
          <p:cNvPr id="40" name="Google Shape;40;p9"/>
          <p:cNvSpPr/>
          <p:nvPr/>
        </p:nvSpPr>
        <p:spPr>
          <a:xfrm>
            <a:off x="4572000" y="-25"/>
            <a:ext cx="4572000" cy="51435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9"/>
          <p:cNvCxnSpPr/>
          <p:nvPr/>
        </p:nvCxnSpPr>
        <p:spPr>
          <a:xfrm>
            <a:off x="5029675" y="4495500"/>
            <a:ext cx="686400" cy="0"/>
          </a:xfrm>
          <a:prstGeom prst="straightConnector1">
            <a:avLst/>
          </a:prstGeom>
          <a:noFill/>
          <a:ln w="19050" cap="flat" cmpd="sng">
            <a:solidFill>
              <a:schemeClr val="lt2"/>
            </a:solidFill>
            <a:prstDash val="solid"/>
            <a:round/>
            <a:headEnd type="none" w="sm" len="sm"/>
            <a:tailEnd type="none" w="sm" len="sm"/>
          </a:ln>
        </p:spPr>
      </p:cxnSp>
      <p:sp>
        <p:nvSpPr>
          <p:cNvPr id="42" name="Google Shape;42;p9"/>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2"/>
              </a:buClr>
              <a:buSzPts val="4200"/>
              <a:buNone/>
              <a:defRPr sz="4200">
                <a:solidFill>
                  <a:schemeClr val="lt2"/>
                </a:solidFill>
              </a:defRPr>
            </a:lvl1pPr>
            <a:lvl2pPr lvl="1" algn="ctr">
              <a:spcBef>
                <a:spcPts val="0"/>
              </a:spcBef>
              <a:spcAft>
                <a:spcPts val="0"/>
              </a:spcAft>
              <a:buClr>
                <a:schemeClr val="lt2"/>
              </a:buClr>
              <a:buSzPts val="4200"/>
              <a:buNone/>
              <a:defRPr sz="4200">
                <a:solidFill>
                  <a:schemeClr val="lt2"/>
                </a:solidFill>
              </a:defRPr>
            </a:lvl2pPr>
            <a:lvl3pPr lvl="2" algn="ctr">
              <a:spcBef>
                <a:spcPts val="0"/>
              </a:spcBef>
              <a:spcAft>
                <a:spcPts val="0"/>
              </a:spcAft>
              <a:buClr>
                <a:schemeClr val="lt2"/>
              </a:buClr>
              <a:buSzPts val="4200"/>
              <a:buNone/>
              <a:defRPr sz="4200">
                <a:solidFill>
                  <a:schemeClr val="lt2"/>
                </a:solidFill>
              </a:defRPr>
            </a:lvl3pPr>
            <a:lvl4pPr lvl="3" algn="ctr">
              <a:spcBef>
                <a:spcPts val="0"/>
              </a:spcBef>
              <a:spcAft>
                <a:spcPts val="0"/>
              </a:spcAft>
              <a:buClr>
                <a:schemeClr val="lt2"/>
              </a:buClr>
              <a:buSzPts val="4200"/>
              <a:buNone/>
              <a:defRPr sz="4200">
                <a:solidFill>
                  <a:schemeClr val="lt2"/>
                </a:solidFill>
              </a:defRPr>
            </a:lvl4pPr>
            <a:lvl5pPr lvl="4" algn="ctr">
              <a:spcBef>
                <a:spcPts val="0"/>
              </a:spcBef>
              <a:spcAft>
                <a:spcPts val="0"/>
              </a:spcAft>
              <a:buClr>
                <a:schemeClr val="lt2"/>
              </a:buClr>
              <a:buSzPts val="4200"/>
              <a:buNone/>
              <a:defRPr sz="4200">
                <a:solidFill>
                  <a:schemeClr val="lt2"/>
                </a:solidFill>
              </a:defRPr>
            </a:lvl5pPr>
            <a:lvl6pPr lvl="5" algn="ctr">
              <a:spcBef>
                <a:spcPts val="0"/>
              </a:spcBef>
              <a:spcAft>
                <a:spcPts val="0"/>
              </a:spcAft>
              <a:buClr>
                <a:schemeClr val="lt2"/>
              </a:buClr>
              <a:buSzPts val="4200"/>
              <a:buNone/>
              <a:defRPr sz="4200">
                <a:solidFill>
                  <a:schemeClr val="lt2"/>
                </a:solidFill>
              </a:defRPr>
            </a:lvl6pPr>
            <a:lvl7pPr lvl="6" algn="ctr">
              <a:spcBef>
                <a:spcPts val="0"/>
              </a:spcBef>
              <a:spcAft>
                <a:spcPts val="0"/>
              </a:spcAft>
              <a:buClr>
                <a:schemeClr val="lt2"/>
              </a:buClr>
              <a:buSzPts val="4200"/>
              <a:buNone/>
              <a:defRPr sz="4200">
                <a:solidFill>
                  <a:schemeClr val="lt2"/>
                </a:solidFill>
              </a:defRPr>
            </a:lvl7pPr>
            <a:lvl8pPr lvl="7" algn="ctr">
              <a:spcBef>
                <a:spcPts val="0"/>
              </a:spcBef>
              <a:spcAft>
                <a:spcPts val="0"/>
              </a:spcAft>
              <a:buClr>
                <a:schemeClr val="lt2"/>
              </a:buClr>
              <a:buSzPts val="4200"/>
              <a:buNone/>
              <a:defRPr sz="4200">
                <a:solidFill>
                  <a:schemeClr val="lt2"/>
                </a:solidFill>
              </a:defRPr>
            </a:lvl8pPr>
            <a:lvl9pPr lvl="8" algn="ctr">
              <a:spcBef>
                <a:spcPts val="0"/>
              </a:spcBef>
              <a:spcAft>
                <a:spcPts val="0"/>
              </a:spcAft>
              <a:buClr>
                <a:schemeClr val="lt2"/>
              </a:buClr>
              <a:buSzPts val="4200"/>
              <a:buNone/>
              <a:defRPr sz="4200">
                <a:solidFill>
                  <a:schemeClr val="lt2"/>
                </a:solidFill>
              </a:defRPr>
            </a:lvl9pPr>
          </a:lstStyle>
          <a:p>
            <a:endParaRPr/>
          </a:p>
        </p:txBody>
      </p:sp>
      <p:sp>
        <p:nvSpPr>
          <p:cNvPr id="43" name="Google Shape;43;p9"/>
          <p:cNvSpPr txBox="1">
            <a:spLocks noGrp="1"/>
          </p:cNvSpPr>
          <p:nvPr>
            <p:ph type="subTitle" idx="1"/>
          </p:nvPr>
        </p:nvSpPr>
        <p:spPr>
          <a:xfrm>
            <a:off x="265500" y="2769001"/>
            <a:ext cx="4045200" cy="13455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4" name="Google Shape;44;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Clr>
                <a:schemeClr val="accent1"/>
              </a:buClr>
              <a:buSzPts val="1800"/>
              <a:buChar char="●"/>
              <a:defRPr>
                <a:solidFill>
                  <a:schemeClr val="accent1"/>
                </a:solidFill>
              </a:defRPr>
            </a:lvl1pPr>
            <a:lvl2pPr marL="914400" lvl="1" indent="-317500">
              <a:spcBef>
                <a:spcPts val="1600"/>
              </a:spcBef>
              <a:spcAft>
                <a:spcPts val="0"/>
              </a:spcAft>
              <a:buClr>
                <a:schemeClr val="accent1"/>
              </a:buClr>
              <a:buSzPts val="1400"/>
              <a:buChar char="○"/>
              <a:defRPr>
                <a:solidFill>
                  <a:schemeClr val="accent1"/>
                </a:solidFill>
              </a:defRPr>
            </a:lvl2pPr>
            <a:lvl3pPr marL="1371600" lvl="2" indent="-317500">
              <a:spcBef>
                <a:spcPts val="1600"/>
              </a:spcBef>
              <a:spcAft>
                <a:spcPts val="0"/>
              </a:spcAft>
              <a:buClr>
                <a:schemeClr val="accent1"/>
              </a:buClr>
              <a:buSzPts val="1400"/>
              <a:buChar char="■"/>
              <a:defRPr>
                <a:solidFill>
                  <a:schemeClr val="accent1"/>
                </a:solidFill>
              </a:defRPr>
            </a:lvl3pPr>
            <a:lvl4pPr marL="1828800" lvl="3" indent="-317500">
              <a:spcBef>
                <a:spcPts val="1600"/>
              </a:spcBef>
              <a:spcAft>
                <a:spcPts val="0"/>
              </a:spcAft>
              <a:buClr>
                <a:schemeClr val="accent1"/>
              </a:buClr>
              <a:buSzPts val="1400"/>
              <a:buChar char="●"/>
              <a:defRPr>
                <a:solidFill>
                  <a:schemeClr val="accent1"/>
                </a:solidFill>
              </a:defRPr>
            </a:lvl4pPr>
            <a:lvl5pPr marL="2286000" lvl="4" indent="-317500">
              <a:spcBef>
                <a:spcPts val="1600"/>
              </a:spcBef>
              <a:spcAft>
                <a:spcPts val="0"/>
              </a:spcAft>
              <a:buClr>
                <a:schemeClr val="accent1"/>
              </a:buClr>
              <a:buSzPts val="1400"/>
              <a:buChar char="○"/>
              <a:defRPr>
                <a:solidFill>
                  <a:schemeClr val="accent1"/>
                </a:solidFill>
              </a:defRPr>
            </a:lvl5pPr>
            <a:lvl6pPr marL="2743200" lvl="5" indent="-317500">
              <a:spcBef>
                <a:spcPts val="1600"/>
              </a:spcBef>
              <a:spcAft>
                <a:spcPts val="0"/>
              </a:spcAft>
              <a:buClr>
                <a:schemeClr val="accent1"/>
              </a:buClr>
              <a:buSzPts val="1400"/>
              <a:buChar char="■"/>
              <a:defRPr>
                <a:solidFill>
                  <a:schemeClr val="accent1"/>
                </a:solidFill>
              </a:defRPr>
            </a:lvl6pPr>
            <a:lvl7pPr marL="3200400" lvl="6" indent="-317500">
              <a:spcBef>
                <a:spcPts val="1600"/>
              </a:spcBef>
              <a:spcAft>
                <a:spcPts val="0"/>
              </a:spcAft>
              <a:buClr>
                <a:schemeClr val="accent1"/>
              </a:buClr>
              <a:buSzPts val="1400"/>
              <a:buChar char="●"/>
              <a:defRPr>
                <a:solidFill>
                  <a:schemeClr val="accent1"/>
                </a:solidFill>
              </a:defRPr>
            </a:lvl7pPr>
            <a:lvl8pPr marL="3657600" lvl="7" indent="-317500">
              <a:spcBef>
                <a:spcPts val="1600"/>
              </a:spcBef>
              <a:spcAft>
                <a:spcPts val="0"/>
              </a:spcAft>
              <a:buClr>
                <a:schemeClr val="accent1"/>
              </a:buClr>
              <a:buSzPts val="1400"/>
              <a:buChar char="○"/>
              <a:defRPr>
                <a:solidFill>
                  <a:schemeClr val="accent1"/>
                </a:solidFill>
              </a:defRPr>
            </a:lvl8pPr>
            <a:lvl9pPr marL="4114800" lvl="8" indent="-317500">
              <a:spcBef>
                <a:spcPts val="1600"/>
              </a:spcBef>
              <a:spcAft>
                <a:spcPts val="1600"/>
              </a:spcAft>
              <a:buClr>
                <a:schemeClr val="accent1"/>
              </a:buClr>
              <a:buSzPts val="1400"/>
              <a:buChar char="■"/>
              <a:defRPr>
                <a:solidFill>
                  <a:schemeClr val="accent1"/>
                </a:solidFill>
              </a:defRPr>
            </a:lvl9pPr>
          </a:lstStyle>
          <a:p>
            <a:endParaRPr/>
          </a:p>
        </p:txBody>
      </p:sp>
      <p:sp>
        <p:nvSpPr>
          <p:cNvPr id="45" name="Google Shape;45;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6"/>
        <p:cNvGrpSpPr/>
        <p:nvPr/>
      </p:nvGrpSpPr>
      <p:grpSpPr>
        <a:xfrm>
          <a:off x="0" y="0"/>
          <a:ext cx="0" cy="0"/>
          <a:chOff x="0" y="0"/>
          <a:chExt cx="0" cy="0"/>
        </a:xfrm>
      </p:grpSpPr>
      <p:sp>
        <p:nvSpPr>
          <p:cNvPr id="47" name="Google Shape;47;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8" name="Google Shape;48;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9"/>
        <p:cNvGrpSpPr/>
        <p:nvPr/>
      </p:nvGrpSpPr>
      <p:grpSpPr>
        <a:xfrm>
          <a:off x="0" y="0"/>
          <a:ext cx="0" cy="0"/>
          <a:chOff x="0" y="0"/>
          <a:chExt cx="0" cy="0"/>
        </a:xfrm>
      </p:grpSpPr>
      <p:sp>
        <p:nvSpPr>
          <p:cNvPr id="50" name="Google Shape;50;p11"/>
          <p:cNvSpPr txBox="1">
            <a:spLocks noGrp="1"/>
          </p:cNvSpPr>
          <p:nvPr>
            <p:ph type="title" hasCustomPrompt="1"/>
          </p:nvPr>
        </p:nvSpPr>
        <p:spPr>
          <a:xfrm>
            <a:off x="311700" y="1039650"/>
            <a:ext cx="8520600" cy="2106300"/>
          </a:xfrm>
          <a:prstGeom prst="rect">
            <a:avLst/>
          </a:prstGeom>
        </p:spPr>
        <p:txBody>
          <a:bodyPr spcFirstLastPara="1" wrap="square" lIns="91425" tIns="91425" rIns="91425" bIns="91425" anchor="b" anchorCtr="0">
            <a:noAutofit/>
          </a:bodyPr>
          <a:lstStyle>
            <a:lvl1pPr lvl="0" algn="ctr">
              <a:spcBef>
                <a:spcPts val="0"/>
              </a:spcBef>
              <a:spcAft>
                <a:spcPts val="0"/>
              </a:spcAft>
              <a:buSzPts val="14000"/>
              <a:buNone/>
              <a:defRPr sz="14000" b="1"/>
            </a:lvl1pPr>
            <a:lvl2pPr lvl="1" algn="ctr">
              <a:spcBef>
                <a:spcPts val="0"/>
              </a:spcBef>
              <a:spcAft>
                <a:spcPts val="0"/>
              </a:spcAft>
              <a:buSzPts val="14000"/>
              <a:buNone/>
              <a:defRPr sz="14000" b="1"/>
            </a:lvl2pPr>
            <a:lvl3pPr lvl="2" algn="ctr">
              <a:spcBef>
                <a:spcPts val="0"/>
              </a:spcBef>
              <a:spcAft>
                <a:spcPts val="0"/>
              </a:spcAft>
              <a:buSzPts val="14000"/>
              <a:buNone/>
              <a:defRPr sz="14000" b="1"/>
            </a:lvl3pPr>
            <a:lvl4pPr lvl="3" algn="ctr">
              <a:spcBef>
                <a:spcPts val="0"/>
              </a:spcBef>
              <a:spcAft>
                <a:spcPts val="0"/>
              </a:spcAft>
              <a:buSzPts val="14000"/>
              <a:buNone/>
              <a:defRPr sz="14000" b="1"/>
            </a:lvl4pPr>
            <a:lvl5pPr lvl="4" algn="ctr">
              <a:spcBef>
                <a:spcPts val="0"/>
              </a:spcBef>
              <a:spcAft>
                <a:spcPts val="0"/>
              </a:spcAft>
              <a:buSzPts val="14000"/>
              <a:buNone/>
              <a:defRPr sz="14000" b="1"/>
            </a:lvl5pPr>
            <a:lvl6pPr lvl="5" algn="ctr">
              <a:spcBef>
                <a:spcPts val="0"/>
              </a:spcBef>
              <a:spcAft>
                <a:spcPts val="0"/>
              </a:spcAft>
              <a:buSzPts val="14000"/>
              <a:buNone/>
              <a:defRPr sz="14000" b="1"/>
            </a:lvl6pPr>
            <a:lvl7pPr lvl="6" algn="ctr">
              <a:spcBef>
                <a:spcPts val="0"/>
              </a:spcBef>
              <a:spcAft>
                <a:spcPts val="0"/>
              </a:spcAft>
              <a:buSzPts val="14000"/>
              <a:buNone/>
              <a:defRPr sz="14000" b="1"/>
            </a:lvl7pPr>
            <a:lvl8pPr lvl="7" algn="ctr">
              <a:spcBef>
                <a:spcPts val="0"/>
              </a:spcBef>
              <a:spcAft>
                <a:spcPts val="0"/>
              </a:spcAft>
              <a:buSzPts val="14000"/>
              <a:buNone/>
              <a:defRPr sz="14000" b="1"/>
            </a:lvl8pPr>
            <a:lvl9pPr lvl="8" algn="ctr">
              <a:spcBef>
                <a:spcPts val="0"/>
              </a:spcBef>
              <a:spcAft>
                <a:spcPts val="0"/>
              </a:spcAft>
              <a:buSzPts val="14000"/>
              <a:buNone/>
              <a:defRPr sz="14000" b="1"/>
            </a:lvl9pPr>
          </a:lstStyle>
          <a:p>
            <a:r>
              <a:t>xx%</a:t>
            </a:r>
          </a:p>
        </p:txBody>
      </p:sp>
      <p:sp>
        <p:nvSpPr>
          <p:cNvPr id="51" name="Google Shape;51;p11"/>
          <p:cNvSpPr txBox="1">
            <a:spLocks noGrp="1"/>
          </p:cNvSpPr>
          <p:nvPr>
            <p:ph type="body" idx="1"/>
          </p:nvPr>
        </p:nvSpPr>
        <p:spPr>
          <a:xfrm>
            <a:off x="311700" y="32284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52" name="Google Shape;52;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paperback">
    <p:bg>
      <p:bgPr>
        <a:solidFill>
          <a:schemeClr val="accen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6132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1pPr>
            <a:lvl2pPr lvl="1">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2pPr>
            <a:lvl3pPr lvl="2">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3pPr>
            <a:lvl4pPr lvl="3">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4pPr>
            <a:lvl5pPr lvl="4">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5pPr>
            <a:lvl6pPr lvl="5">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6pPr>
            <a:lvl7pPr lvl="6">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7pPr>
            <a:lvl8pPr lvl="7">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8pPr>
            <a:lvl9pPr lvl="8">
              <a:spcBef>
                <a:spcPts val="0"/>
              </a:spcBef>
              <a:spcAft>
                <a:spcPts val="0"/>
              </a:spcAft>
              <a:buClr>
                <a:schemeClr val="dk1"/>
              </a:buClr>
              <a:buSzPts val="3000"/>
              <a:buFont typeface="Old Standard TT"/>
              <a:buNone/>
              <a:defRPr sz="3000">
                <a:solidFill>
                  <a:schemeClr val="dk1"/>
                </a:solidFill>
                <a:latin typeface="Old Standard TT"/>
                <a:ea typeface="Old Standard TT"/>
                <a:cs typeface="Old Standard TT"/>
                <a:sym typeface="Old Standard TT"/>
              </a:defRPr>
            </a:lvl9pPr>
          </a:lstStyle>
          <a:p>
            <a:endParaRPr/>
          </a:p>
        </p:txBody>
      </p:sp>
      <p:sp>
        <p:nvSpPr>
          <p:cNvPr id="7" name="Google Shape;7;p1"/>
          <p:cNvSpPr txBox="1">
            <a:spLocks noGrp="1"/>
          </p:cNvSpPr>
          <p:nvPr>
            <p:ph type="body" idx="1"/>
          </p:nvPr>
        </p:nvSpPr>
        <p:spPr>
          <a:xfrm>
            <a:off x="311700" y="1171600"/>
            <a:ext cx="8520600" cy="33972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Old Standard TT"/>
              <a:buChar char="●"/>
              <a:defRPr sz="1800">
                <a:solidFill>
                  <a:schemeClr val="dk1"/>
                </a:solidFill>
                <a:latin typeface="Old Standard TT"/>
                <a:ea typeface="Old Standard TT"/>
                <a:cs typeface="Old Standard TT"/>
                <a:sym typeface="Old Standard TT"/>
              </a:defRPr>
            </a:lvl1pPr>
            <a:lvl2pPr marL="914400" lvl="1"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2pPr>
            <a:lvl3pPr marL="1371600" lvl="2"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3pPr>
            <a:lvl4pPr marL="1828800" lvl="3"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4pPr>
            <a:lvl5pPr marL="2286000" lvl="4"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5pPr>
            <a:lvl6pPr marL="2743200" lvl="5"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6pPr>
            <a:lvl7pPr marL="3200400" lvl="6"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7pPr>
            <a:lvl8pPr marL="3657600" lvl="7" indent="-317500">
              <a:lnSpc>
                <a:spcPct val="115000"/>
              </a:lnSpc>
              <a:spcBef>
                <a:spcPts val="1600"/>
              </a:spcBef>
              <a:spcAft>
                <a:spcPts val="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8pPr>
            <a:lvl9pPr marL="4114800" lvl="8" indent="-317500">
              <a:lnSpc>
                <a:spcPct val="115000"/>
              </a:lnSpc>
              <a:spcBef>
                <a:spcPts val="1600"/>
              </a:spcBef>
              <a:spcAft>
                <a:spcPts val="1600"/>
              </a:spcAft>
              <a:buClr>
                <a:schemeClr val="dk1"/>
              </a:buClr>
              <a:buSzPts val="1400"/>
              <a:buFont typeface="Old Standard TT"/>
              <a:buChar char="■"/>
              <a:defRPr>
                <a:solidFill>
                  <a:schemeClr val="dk1"/>
                </a:solidFill>
                <a:latin typeface="Old Standard TT"/>
                <a:ea typeface="Old Standard TT"/>
                <a:cs typeface="Old Standard TT"/>
                <a:sym typeface="Old Standard T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1"/>
                </a:solidFill>
                <a:latin typeface="Old Standard TT"/>
                <a:ea typeface="Old Standard TT"/>
                <a:cs typeface="Old Standard TT"/>
                <a:sym typeface="Old Standard TT"/>
              </a:defRPr>
            </a:lvl1pPr>
            <a:lvl2pPr lvl="1" algn="r">
              <a:buNone/>
              <a:defRPr sz="1000">
                <a:solidFill>
                  <a:schemeClr val="dk1"/>
                </a:solidFill>
                <a:latin typeface="Old Standard TT"/>
                <a:ea typeface="Old Standard TT"/>
                <a:cs typeface="Old Standard TT"/>
                <a:sym typeface="Old Standard TT"/>
              </a:defRPr>
            </a:lvl2pPr>
            <a:lvl3pPr lvl="2" algn="r">
              <a:buNone/>
              <a:defRPr sz="1000">
                <a:solidFill>
                  <a:schemeClr val="dk1"/>
                </a:solidFill>
                <a:latin typeface="Old Standard TT"/>
                <a:ea typeface="Old Standard TT"/>
                <a:cs typeface="Old Standard TT"/>
                <a:sym typeface="Old Standard TT"/>
              </a:defRPr>
            </a:lvl3pPr>
            <a:lvl4pPr lvl="3" algn="r">
              <a:buNone/>
              <a:defRPr sz="1000">
                <a:solidFill>
                  <a:schemeClr val="dk1"/>
                </a:solidFill>
                <a:latin typeface="Old Standard TT"/>
                <a:ea typeface="Old Standard TT"/>
                <a:cs typeface="Old Standard TT"/>
                <a:sym typeface="Old Standard TT"/>
              </a:defRPr>
            </a:lvl4pPr>
            <a:lvl5pPr lvl="4" algn="r">
              <a:buNone/>
              <a:defRPr sz="1000">
                <a:solidFill>
                  <a:schemeClr val="dk1"/>
                </a:solidFill>
                <a:latin typeface="Old Standard TT"/>
                <a:ea typeface="Old Standard TT"/>
                <a:cs typeface="Old Standard TT"/>
                <a:sym typeface="Old Standard TT"/>
              </a:defRPr>
            </a:lvl5pPr>
            <a:lvl6pPr lvl="5" algn="r">
              <a:buNone/>
              <a:defRPr sz="1000">
                <a:solidFill>
                  <a:schemeClr val="dk1"/>
                </a:solidFill>
                <a:latin typeface="Old Standard TT"/>
                <a:ea typeface="Old Standard TT"/>
                <a:cs typeface="Old Standard TT"/>
                <a:sym typeface="Old Standard TT"/>
              </a:defRPr>
            </a:lvl6pPr>
            <a:lvl7pPr lvl="6" algn="r">
              <a:buNone/>
              <a:defRPr sz="1000">
                <a:solidFill>
                  <a:schemeClr val="dk1"/>
                </a:solidFill>
                <a:latin typeface="Old Standard TT"/>
                <a:ea typeface="Old Standard TT"/>
                <a:cs typeface="Old Standard TT"/>
                <a:sym typeface="Old Standard TT"/>
              </a:defRPr>
            </a:lvl7pPr>
            <a:lvl8pPr lvl="7" algn="r">
              <a:buNone/>
              <a:defRPr sz="1000">
                <a:solidFill>
                  <a:schemeClr val="dk1"/>
                </a:solidFill>
                <a:latin typeface="Old Standard TT"/>
                <a:ea typeface="Old Standard TT"/>
                <a:cs typeface="Old Standard TT"/>
                <a:sym typeface="Old Standard TT"/>
              </a:defRPr>
            </a:lvl8pPr>
            <a:lvl9pPr lvl="8" algn="r">
              <a:buNone/>
              <a:defRPr sz="1000">
                <a:solidFill>
                  <a:schemeClr val="dk1"/>
                </a:solidFill>
                <a:latin typeface="Old Standard TT"/>
                <a:ea typeface="Old Standard TT"/>
                <a:cs typeface="Old Standard TT"/>
                <a:sym typeface="Old Standard TT"/>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3"/>
          <p:cNvSpPr txBox="1">
            <a:spLocks noGrp="1"/>
          </p:cNvSpPr>
          <p:nvPr>
            <p:ph type="ctrTitle"/>
          </p:nvPr>
        </p:nvSpPr>
        <p:spPr>
          <a:xfrm>
            <a:off x="512700" y="1893300"/>
            <a:ext cx="8118600" cy="15228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Configuration Management with Ansible</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4"/>
        <p:cNvGrpSpPr/>
        <p:nvPr/>
      </p:nvGrpSpPr>
      <p:grpSpPr>
        <a:xfrm>
          <a:off x="0" y="0"/>
          <a:ext cx="0" cy="0"/>
          <a:chOff x="0" y="0"/>
          <a:chExt cx="0" cy="0"/>
        </a:xfrm>
      </p:grpSpPr>
      <p:sp>
        <p:nvSpPr>
          <p:cNvPr id="65" name="Google Shape;65;p14"/>
          <p:cNvSpPr txBox="1">
            <a:spLocks noGrp="1"/>
          </p:cNvSpPr>
          <p:nvPr>
            <p:ph type="title"/>
          </p:nvPr>
        </p:nvSpPr>
        <p:spPr>
          <a:xfrm>
            <a:off x="265500" y="1382350"/>
            <a:ext cx="4045200" cy="13332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a:t>Agenda</a:t>
            </a:r>
            <a:endParaRPr/>
          </a:p>
        </p:txBody>
      </p:sp>
      <p:sp>
        <p:nvSpPr>
          <p:cNvPr id="66" name="Google Shape;66;p14"/>
          <p:cNvSpPr txBox="1">
            <a:spLocks noGrp="1"/>
          </p:cNvSpPr>
          <p:nvPr>
            <p:ph type="body" idx="2"/>
          </p:nvPr>
        </p:nvSpPr>
        <p:spPr>
          <a:xfrm>
            <a:off x="4926225" y="16500"/>
            <a:ext cx="3837000" cy="5110500"/>
          </a:xfrm>
          <a:prstGeom prst="rect">
            <a:avLst/>
          </a:prstGeom>
        </p:spPr>
        <p:txBody>
          <a:bodyPr spcFirstLastPara="1" wrap="square" lIns="91425" tIns="91425" rIns="91425" bIns="91425" anchor="ctr" anchorCtr="0">
            <a:noAutofit/>
          </a:bodyPr>
          <a:lstStyle/>
          <a:p>
            <a:pPr marL="457200" lvl="0" indent="-292100" algn="l" rtl="0">
              <a:spcBef>
                <a:spcPts val="0"/>
              </a:spcBef>
              <a:spcAft>
                <a:spcPts val="0"/>
              </a:spcAft>
              <a:buSzPts val="1000"/>
              <a:buChar char="●"/>
            </a:pPr>
            <a:r>
              <a:rPr lang="en" sz="1000" dirty="0"/>
              <a:t>Introduction</a:t>
            </a:r>
            <a:endParaRPr sz="1000" dirty="0"/>
          </a:p>
          <a:p>
            <a:pPr marL="457200" lvl="0" indent="-292100" algn="l" rtl="0">
              <a:spcBef>
                <a:spcPts val="1600"/>
              </a:spcBef>
              <a:spcAft>
                <a:spcPts val="0"/>
              </a:spcAft>
              <a:buSzPts val="1000"/>
              <a:buChar char="●"/>
            </a:pPr>
            <a:r>
              <a:rPr lang="en" sz="1000" dirty="0"/>
              <a:t>Key features of Ansible</a:t>
            </a:r>
            <a:endParaRPr sz="1000" dirty="0"/>
          </a:p>
          <a:p>
            <a:pPr marL="457200" lvl="0" indent="-292100" algn="l" rtl="0">
              <a:spcBef>
                <a:spcPts val="1600"/>
              </a:spcBef>
              <a:spcAft>
                <a:spcPts val="0"/>
              </a:spcAft>
              <a:buSzPts val="1000"/>
              <a:buChar char="●"/>
            </a:pPr>
            <a:r>
              <a:rPr lang="en" sz="1000" dirty="0"/>
              <a:t>Main Components of Ansible</a:t>
            </a:r>
            <a:endParaRPr sz="1000" dirty="0"/>
          </a:p>
          <a:p>
            <a:pPr marL="457200" lvl="0" indent="-292100" algn="l" rtl="0">
              <a:spcBef>
                <a:spcPts val="1600"/>
              </a:spcBef>
              <a:spcAft>
                <a:spcPts val="0"/>
              </a:spcAft>
              <a:buSzPts val="1000"/>
              <a:buChar char="●"/>
            </a:pPr>
            <a:r>
              <a:rPr lang="en" sz="1000" dirty="0"/>
              <a:t>Ansible Playbook</a:t>
            </a:r>
            <a:endParaRPr sz="1000" dirty="0"/>
          </a:p>
          <a:p>
            <a:pPr marL="457200" lvl="0" indent="-292100" algn="l" rtl="0">
              <a:spcBef>
                <a:spcPts val="1600"/>
              </a:spcBef>
              <a:spcAft>
                <a:spcPts val="0"/>
              </a:spcAft>
              <a:buSzPts val="1000"/>
              <a:buChar char="●"/>
            </a:pPr>
            <a:r>
              <a:rPr lang="en" sz="1000" dirty="0"/>
              <a:t>Templates</a:t>
            </a:r>
            <a:endParaRPr sz="1000" dirty="0"/>
          </a:p>
          <a:p>
            <a:pPr marL="457200" lvl="0" indent="-292100" algn="l" rtl="0">
              <a:spcBef>
                <a:spcPts val="1600"/>
              </a:spcBef>
              <a:spcAft>
                <a:spcPts val="0"/>
              </a:spcAft>
              <a:buSzPts val="1000"/>
              <a:buChar char="●"/>
            </a:pPr>
            <a:r>
              <a:rPr lang="en" sz="1000" dirty="0"/>
              <a:t>Handlers</a:t>
            </a:r>
            <a:endParaRPr sz="1000" dirty="0"/>
          </a:p>
          <a:p>
            <a:pPr marL="457200" lvl="0" indent="-292100" algn="l" rtl="0">
              <a:spcBef>
                <a:spcPts val="1600"/>
              </a:spcBef>
              <a:spcAft>
                <a:spcPts val="0"/>
              </a:spcAft>
              <a:buSzPts val="1000"/>
              <a:buChar char="●"/>
            </a:pPr>
            <a:r>
              <a:rPr lang="en" sz="1000" dirty="0"/>
              <a:t>Tags</a:t>
            </a:r>
            <a:endParaRPr sz="1000" dirty="0"/>
          </a:p>
          <a:p>
            <a:pPr marL="457200" lvl="0" indent="-292100" algn="l" rtl="0">
              <a:spcBef>
                <a:spcPts val="1600"/>
              </a:spcBef>
              <a:spcAft>
                <a:spcPts val="0"/>
              </a:spcAft>
              <a:buSzPts val="1000"/>
              <a:buChar char="●"/>
            </a:pPr>
            <a:r>
              <a:rPr lang="en" sz="1000" dirty="0"/>
              <a:t>Ansible Looping and Conditionals</a:t>
            </a:r>
            <a:endParaRPr sz="1000" dirty="0"/>
          </a:p>
          <a:p>
            <a:pPr marL="457200" lvl="0" indent="-292100" algn="l" rtl="0">
              <a:spcBef>
                <a:spcPts val="1600"/>
              </a:spcBef>
              <a:spcAft>
                <a:spcPts val="0"/>
              </a:spcAft>
              <a:buSzPts val="1000"/>
              <a:buChar char="●"/>
            </a:pPr>
            <a:r>
              <a:rPr lang="en" sz="1000" dirty="0"/>
              <a:t>Ansible Roles</a:t>
            </a:r>
            <a:endParaRPr sz="1000" dirty="0"/>
          </a:p>
          <a:p>
            <a:pPr marL="457200" lvl="0" indent="-292100" algn="l" rtl="0">
              <a:spcBef>
                <a:spcPts val="1600"/>
              </a:spcBef>
              <a:spcAft>
                <a:spcPts val="0"/>
              </a:spcAft>
              <a:buSzPts val="1000"/>
              <a:buChar char="●"/>
            </a:pPr>
            <a:r>
              <a:rPr lang="en" sz="1000" dirty="0"/>
              <a:t>Ansible Variables</a:t>
            </a:r>
            <a:endParaRPr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1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Introduction</a:t>
            </a:r>
            <a:endParaRPr/>
          </a:p>
        </p:txBody>
      </p:sp>
      <p:sp>
        <p:nvSpPr>
          <p:cNvPr id="72" name="Google Shape;72;p15"/>
          <p:cNvSpPr txBox="1">
            <a:spLocks noGrp="1"/>
          </p:cNvSpPr>
          <p:nvPr>
            <p:ph type="body" idx="1"/>
          </p:nvPr>
        </p:nvSpPr>
        <p:spPr>
          <a:xfrm>
            <a:off x="311699" y="1171675"/>
            <a:ext cx="8130171"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dirty="0">
                <a:latin typeface="Arial"/>
                <a:ea typeface="Arial"/>
                <a:cs typeface="Arial"/>
                <a:sym typeface="Arial"/>
              </a:rPr>
              <a:t>Ansible is an open-source IT automation tool </a:t>
            </a:r>
            <a:r>
              <a:rPr lang="en-US" sz="1100" dirty="0">
                <a:latin typeface="Arial"/>
                <a:ea typeface="Arial"/>
                <a:cs typeface="Arial"/>
                <a:sym typeface="Arial"/>
              </a:rPr>
              <a:t>that enables infrastructure management, </a:t>
            </a:r>
            <a:r>
              <a:rPr lang="en-US" sz="1100" b="1" dirty="0">
                <a:latin typeface="Arial"/>
                <a:ea typeface="Arial"/>
                <a:cs typeface="Arial"/>
                <a:sym typeface="Arial"/>
              </a:rPr>
              <a:t>configuration management</a:t>
            </a:r>
            <a:r>
              <a:rPr lang="en-US" sz="1100" dirty="0">
                <a:latin typeface="Arial"/>
                <a:ea typeface="Arial"/>
                <a:cs typeface="Arial"/>
                <a:sym typeface="Arial"/>
              </a:rPr>
              <a:t>, and application deployment.</a:t>
            </a:r>
          </a:p>
          <a:p>
            <a:pPr marL="457200" lvl="0" indent="-298450" algn="l" rtl="0">
              <a:spcBef>
                <a:spcPts val="1200"/>
              </a:spcBef>
              <a:spcAft>
                <a:spcPts val="0"/>
              </a:spcAft>
              <a:buSzPts val="1100"/>
              <a:buFont typeface="Arial"/>
              <a:buChar char="●"/>
            </a:pPr>
            <a:r>
              <a:rPr lang="en-US" sz="1100" b="1" dirty="0">
                <a:latin typeface="Arial"/>
                <a:ea typeface="Arial"/>
                <a:cs typeface="Arial"/>
                <a:sym typeface="Arial"/>
              </a:rPr>
              <a:t>Agentless:</a:t>
            </a:r>
            <a:r>
              <a:rPr lang="en-US" sz="1100" dirty="0">
                <a:latin typeface="Arial"/>
                <a:ea typeface="Arial"/>
                <a:cs typeface="Arial"/>
                <a:sym typeface="Arial"/>
              </a:rPr>
              <a:t> Unlike other tools, Ansible doesn't require agents on target systems.</a:t>
            </a:r>
          </a:p>
          <a:p>
            <a:pPr marL="457200" lvl="0" indent="-298450" algn="l" rtl="0">
              <a:spcBef>
                <a:spcPts val="0"/>
              </a:spcBef>
              <a:spcAft>
                <a:spcPts val="0"/>
              </a:spcAft>
              <a:buSzPts val="1100"/>
              <a:buFont typeface="Arial"/>
              <a:buChar char="●"/>
            </a:pPr>
            <a:r>
              <a:rPr lang="en" sz="1100" b="1" dirty="0">
                <a:latin typeface="Arial"/>
                <a:ea typeface="Arial"/>
                <a:cs typeface="Arial"/>
                <a:sym typeface="Arial"/>
              </a:rPr>
              <a:t>Declarative:</a:t>
            </a:r>
            <a:r>
              <a:rPr lang="en" sz="1100" dirty="0">
                <a:latin typeface="Arial"/>
                <a:ea typeface="Arial"/>
                <a:cs typeface="Arial"/>
                <a:sym typeface="Arial"/>
              </a:rPr>
              <a:t> You define the desired state, and Ansible ensures it is achieved.</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latin typeface="Arial"/>
                <a:ea typeface="Arial"/>
                <a:cs typeface="Arial"/>
                <a:sym typeface="Arial"/>
              </a:rPr>
              <a:t>Human-Readable YAML:</a:t>
            </a:r>
            <a:r>
              <a:rPr lang="en" sz="1100" dirty="0">
                <a:latin typeface="Arial"/>
                <a:ea typeface="Arial"/>
                <a:cs typeface="Arial"/>
                <a:sym typeface="Arial"/>
              </a:rPr>
              <a:t> Configuration files (playbooks) use simple YAML syntax.</a:t>
            </a:r>
            <a:endParaRPr sz="1100" b="1" dirty="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Features of Ansible</a:t>
            </a:r>
            <a:endParaRPr/>
          </a:p>
        </p:txBody>
      </p:sp>
      <p:sp>
        <p:nvSpPr>
          <p:cNvPr id="78" name="Google Shape;78;p16"/>
          <p:cNvSpPr txBox="1">
            <a:spLocks noGrp="1"/>
          </p:cNvSpPr>
          <p:nvPr>
            <p:ph type="body" idx="1"/>
          </p:nvPr>
        </p:nvSpPr>
        <p:spPr>
          <a:xfrm>
            <a:off x="311700" y="1171675"/>
            <a:ext cx="8203650" cy="3397200"/>
          </a:xfrm>
          <a:prstGeom prst="rect">
            <a:avLst/>
          </a:prstGeom>
        </p:spPr>
        <p:txBody>
          <a:bodyPr spcFirstLastPara="1" wrap="square" lIns="91425" tIns="91425" rIns="91425" bIns="91425" anchor="t" anchorCtr="0">
            <a:noAutofit/>
          </a:bodyPr>
          <a:lstStyle/>
          <a:p>
            <a:pPr marL="457200" lvl="0" indent="-298450" algn="l" rtl="0">
              <a:spcBef>
                <a:spcPts val="1200"/>
              </a:spcBef>
              <a:spcAft>
                <a:spcPts val="0"/>
              </a:spcAft>
              <a:buSzPts val="1100"/>
              <a:buFont typeface="Arial"/>
              <a:buChar char="●"/>
            </a:pPr>
            <a:r>
              <a:rPr lang="en" sz="1100" b="1" dirty="0">
                <a:latin typeface="Arial"/>
                <a:ea typeface="Arial"/>
                <a:cs typeface="Arial"/>
                <a:sym typeface="Arial"/>
              </a:rPr>
              <a:t>Agentless:</a:t>
            </a:r>
            <a:r>
              <a:rPr lang="en" sz="1100" dirty="0">
                <a:latin typeface="Arial"/>
                <a:ea typeface="Arial"/>
                <a:cs typeface="Arial"/>
                <a:sym typeface="Arial"/>
              </a:rPr>
              <a:t> Connects via SSH or WinRM—no additional software is required on managed nodes.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latin typeface="Arial"/>
                <a:ea typeface="Arial"/>
                <a:cs typeface="Arial"/>
                <a:sym typeface="Arial"/>
              </a:rPr>
              <a:t>Idempotent:</a:t>
            </a:r>
            <a:r>
              <a:rPr lang="en" sz="1100" dirty="0">
                <a:latin typeface="Arial"/>
                <a:ea typeface="Arial"/>
                <a:cs typeface="Arial"/>
                <a:sym typeface="Arial"/>
              </a:rPr>
              <a:t> Ensures tasks are applied only when needed, avoiding unnecessary changes.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latin typeface="Arial"/>
                <a:ea typeface="Arial"/>
                <a:cs typeface="Arial"/>
                <a:sym typeface="Arial"/>
              </a:rPr>
              <a:t>Extensible:</a:t>
            </a:r>
            <a:r>
              <a:rPr lang="en" sz="1100" dirty="0">
                <a:latin typeface="Arial"/>
                <a:ea typeface="Arial"/>
                <a:cs typeface="Arial"/>
                <a:sym typeface="Arial"/>
              </a:rPr>
              <a:t> Supports modules, plugins, and custom scripts for flexibility.</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latin typeface="Arial"/>
                <a:ea typeface="Arial"/>
                <a:cs typeface="Arial"/>
                <a:sym typeface="Arial"/>
              </a:rPr>
              <a:t>Inventory:</a:t>
            </a:r>
            <a:r>
              <a:rPr lang="en" sz="1100" dirty="0">
                <a:latin typeface="Arial"/>
                <a:ea typeface="Arial"/>
                <a:cs typeface="Arial"/>
                <a:sym typeface="Arial"/>
              </a:rPr>
              <a:t> Easily manages groups of servers.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latin typeface="Arial"/>
                <a:ea typeface="Arial"/>
                <a:cs typeface="Arial"/>
                <a:sym typeface="Arial"/>
              </a:rPr>
              <a:t>Community-Driven:</a:t>
            </a:r>
            <a:r>
              <a:rPr lang="en" sz="1100" dirty="0">
                <a:latin typeface="Arial"/>
                <a:ea typeface="Arial"/>
                <a:cs typeface="Arial"/>
                <a:sym typeface="Arial"/>
              </a:rPr>
              <a:t> Offers thousands of pre-built roles on </a:t>
            </a:r>
            <a:r>
              <a:rPr lang="en" sz="1100" b="1" dirty="0">
                <a:latin typeface="Arial"/>
                <a:ea typeface="Arial"/>
                <a:cs typeface="Arial"/>
                <a:sym typeface="Arial"/>
              </a:rPr>
              <a:t>Ansible Galaxy</a:t>
            </a:r>
            <a:endParaRPr sz="1100" b="1" dirty="0">
              <a:latin typeface="Arial"/>
              <a:ea typeface="Arial"/>
              <a:cs typeface="Arial"/>
              <a:sym typeface="Arial"/>
            </a:endParaRPr>
          </a:p>
          <a:p>
            <a:pPr marL="0" lvl="0" indent="0" algn="l" rtl="0">
              <a:spcBef>
                <a:spcPts val="1200"/>
              </a:spcBef>
              <a:spcAft>
                <a:spcPts val="1200"/>
              </a:spcAft>
              <a:buNone/>
            </a:pPr>
            <a:endParaRPr sz="1100" dirty="0">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Main Components of Ansible</a:t>
            </a:r>
            <a:endParaRPr/>
          </a:p>
        </p:txBody>
      </p:sp>
      <p:sp>
        <p:nvSpPr>
          <p:cNvPr id="84" name="Google Shape;84;p17"/>
          <p:cNvSpPr txBox="1">
            <a:spLocks noGrp="1"/>
          </p:cNvSpPr>
          <p:nvPr>
            <p:ph type="body" idx="1"/>
          </p:nvPr>
        </p:nvSpPr>
        <p:spPr>
          <a:xfrm>
            <a:off x="311700" y="1171675"/>
            <a:ext cx="82608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Control Node:</a:t>
            </a:r>
            <a:r>
              <a:rPr lang="en" sz="1100" dirty="0">
                <a:latin typeface="Arial"/>
                <a:ea typeface="Arial"/>
                <a:cs typeface="Arial"/>
                <a:sym typeface="Arial"/>
              </a:rPr>
              <a:t> The machine running Ansible (This should always run on a Linux Machine)</a:t>
            </a:r>
            <a:endParaRPr sz="1100" dirty="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Managed Nodes:</a:t>
            </a:r>
            <a:r>
              <a:rPr lang="en" sz="1100" dirty="0">
                <a:latin typeface="Arial"/>
                <a:ea typeface="Arial"/>
                <a:cs typeface="Arial"/>
                <a:sym typeface="Arial"/>
              </a:rPr>
              <a:t> Target machines managed by Ansible via SSH/WinRM.</a:t>
            </a:r>
            <a:endParaRPr sz="1100" dirty="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Inventory:</a:t>
            </a:r>
            <a:r>
              <a:rPr lang="en" sz="1100" dirty="0">
                <a:latin typeface="Arial"/>
                <a:ea typeface="Arial"/>
                <a:cs typeface="Arial"/>
                <a:sym typeface="Arial"/>
              </a:rPr>
              <a:t> A list of managed nodes defined in a file.</a:t>
            </a:r>
            <a:endParaRPr sz="1100" dirty="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Playbooks:</a:t>
            </a:r>
            <a:r>
              <a:rPr lang="en" sz="1100" dirty="0">
                <a:latin typeface="Arial"/>
                <a:ea typeface="Arial"/>
                <a:cs typeface="Arial"/>
                <a:sym typeface="Arial"/>
              </a:rPr>
              <a:t> YAML files defining tasks to run on managed nodes.</a:t>
            </a:r>
            <a:endParaRPr sz="1100" dirty="0">
              <a:latin typeface="Arial"/>
              <a:ea typeface="Arial"/>
              <a:cs typeface="Arial"/>
              <a:sym typeface="Arial"/>
            </a:endParaRPr>
          </a:p>
          <a:p>
            <a:pPr marL="0" lvl="0" indent="0" algn="l" rtl="0">
              <a:spcBef>
                <a:spcPts val="1200"/>
              </a:spcBef>
              <a:spcAft>
                <a:spcPts val="1200"/>
              </a:spcAft>
              <a:buNone/>
            </a:pPr>
            <a:endParaRPr sz="1100" b="1" dirty="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2">
          <a:extLst>
            <a:ext uri="{FF2B5EF4-FFF2-40B4-BE49-F238E27FC236}">
              <a16:creationId xmlns:a16="http://schemas.microsoft.com/office/drawing/2014/main" id="{E94D4305-4AC7-6BC0-4164-7E31DE0AC4FE}"/>
            </a:ext>
          </a:extLst>
        </p:cNvPr>
        <p:cNvGrpSpPr/>
        <p:nvPr/>
      </p:nvGrpSpPr>
      <p:grpSpPr>
        <a:xfrm>
          <a:off x="0" y="0"/>
          <a:ext cx="0" cy="0"/>
          <a:chOff x="0" y="0"/>
          <a:chExt cx="0" cy="0"/>
        </a:xfrm>
      </p:grpSpPr>
      <p:sp>
        <p:nvSpPr>
          <p:cNvPr id="83" name="Google Shape;83;p17">
            <a:extLst>
              <a:ext uri="{FF2B5EF4-FFF2-40B4-BE49-F238E27FC236}">
                <a16:creationId xmlns:a16="http://schemas.microsoft.com/office/drawing/2014/main" id="{8F83C27E-CBEC-F372-DC1B-1B939209F444}"/>
              </a:ext>
            </a:extLst>
          </p:cNvPr>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t>Install Ansible – Control Node</a:t>
            </a:r>
            <a:endParaRPr dirty="0"/>
          </a:p>
        </p:txBody>
      </p:sp>
      <p:sp>
        <p:nvSpPr>
          <p:cNvPr id="84" name="Google Shape;84;p17">
            <a:extLst>
              <a:ext uri="{FF2B5EF4-FFF2-40B4-BE49-F238E27FC236}">
                <a16:creationId xmlns:a16="http://schemas.microsoft.com/office/drawing/2014/main" id="{8FBB852F-DB03-E9F4-1AF0-E9DA0983F692}"/>
              </a:ext>
            </a:extLst>
          </p:cNvPr>
          <p:cNvSpPr txBox="1">
            <a:spLocks noGrp="1"/>
          </p:cNvSpPr>
          <p:nvPr>
            <p:ph type="body" idx="1"/>
          </p:nvPr>
        </p:nvSpPr>
        <p:spPr>
          <a:xfrm>
            <a:off x="311700" y="1171675"/>
            <a:ext cx="5384250" cy="2752625"/>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US" sz="1100" b="1" dirty="0">
                <a:latin typeface="Arial"/>
                <a:ea typeface="Arial"/>
                <a:cs typeface="Arial"/>
                <a:sym typeface="Arial"/>
              </a:rPr>
              <a:t>Ubuntu:</a:t>
            </a:r>
            <a:endParaRPr lang="en-US" sz="1100" dirty="0">
              <a:latin typeface="Arial"/>
              <a:cs typeface="Arial"/>
              <a:sym typeface="Arial"/>
            </a:endParaRPr>
          </a:p>
          <a:p>
            <a:pPr marL="0" lvl="0" indent="0" algn="l" rtl="0">
              <a:spcBef>
                <a:spcPts val="1200"/>
              </a:spcBef>
              <a:spcAft>
                <a:spcPts val="0"/>
              </a:spcAft>
              <a:buClr>
                <a:schemeClr val="dk1"/>
              </a:buClr>
              <a:buSzPts val="1100"/>
              <a:buFont typeface="Arial"/>
              <a:buNone/>
            </a:pPr>
            <a:r>
              <a:rPr lang="en-IN" sz="1100" dirty="0" err="1">
                <a:latin typeface="Arial"/>
                <a:cs typeface="Arial"/>
              </a:rPr>
              <a:t>sudo</a:t>
            </a:r>
            <a:r>
              <a:rPr lang="en-IN" sz="1100" dirty="0">
                <a:latin typeface="Arial"/>
                <a:cs typeface="Arial"/>
              </a:rPr>
              <a:t> apt update -y</a:t>
            </a:r>
          </a:p>
          <a:p>
            <a:pPr marL="0" lvl="0" indent="0" algn="l" rtl="0">
              <a:spcBef>
                <a:spcPts val="1200"/>
              </a:spcBef>
              <a:spcAft>
                <a:spcPts val="0"/>
              </a:spcAft>
              <a:buClr>
                <a:schemeClr val="dk1"/>
              </a:buClr>
              <a:buSzPts val="1100"/>
              <a:buFont typeface="Arial"/>
              <a:buNone/>
            </a:pPr>
            <a:r>
              <a:rPr lang="en-IN" sz="1100" dirty="0" err="1">
                <a:latin typeface="Arial"/>
                <a:cs typeface="Arial"/>
              </a:rPr>
              <a:t>sudo</a:t>
            </a:r>
            <a:r>
              <a:rPr lang="en-IN" sz="1100" dirty="0">
                <a:latin typeface="Arial"/>
                <a:cs typeface="Arial"/>
              </a:rPr>
              <a:t> apt install software-properties-common</a:t>
            </a:r>
          </a:p>
          <a:p>
            <a:pPr marL="0" lvl="0" indent="0" algn="l" rtl="0">
              <a:spcBef>
                <a:spcPts val="1200"/>
              </a:spcBef>
              <a:spcAft>
                <a:spcPts val="0"/>
              </a:spcAft>
              <a:buClr>
                <a:schemeClr val="dk1"/>
              </a:buClr>
              <a:buSzPts val="1100"/>
              <a:buFont typeface="Arial"/>
              <a:buNone/>
            </a:pPr>
            <a:r>
              <a:rPr lang="en-IN" sz="1100" dirty="0" err="1">
                <a:latin typeface="Arial"/>
                <a:cs typeface="Arial"/>
              </a:rPr>
              <a:t>sudo</a:t>
            </a:r>
            <a:r>
              <a:rPr lang="en-IN" sz="1100" dirty="0">
                <a:latin typeface="Arial"/>
                <a:cs typeface="Arial"/>
              </a:rPr>
              <a:t> add-apt-repository --yes --update </a:t>
            </a:r>
            <a:r>
              <a:rPr lang="en-IN" sz="1100" dirty="0" err="1">
                <a:latin typeface="Arial"/>
                <a:cs typeface="Arial"/>
              </a:rPr>
              <a:t>ppa:ansible</a:t>
            </a:r>
            <a:r>
              <a:rPr lang="en-IN" sz="1100" dirty="0">
                <a:latin typeface="Arial"/>
                <a:cs typeface="Arial"/>
              </a:rPr>
              <a:t>/ansible</a:t>
            </a:r>
          </a:p>
          <a:p>
            <a:pPr marL="0" lvl="0" indent="0" algn="l" rtl="0">
              <a:spcBef>
                <a:spcPts val="1200"/>
              </a:spcBef>
              <a:spcAft>
                <a:spcPts val="0"/>
              </a:spcAft>
              <a:buClr>
                <a:schemeClr val="dk1"/>
              </a:buClr>
              <a:buSzPts val="1100"/>
              <a:buFont typeface="Arial"/>
              <a:buNone/>
            </a:pPr>
            <a:r>
              <a:rPr lang="en-IN" sz="1100" dirty="0" err="1">
                <a:latin typeface="Arial"/>
                <a:cs typeface="Arial"/>
              </a:rPr>
              <a:t>sudo</a:t>
            </a:r>
            <a:r>
              <a:rPr lang="en-IN" sz="1100" dirty="0">
                <a:latin typeface="Arial"/>
                <a:cs typeface="Arial"/>
              </a:rPr>
              <a:t> apt install ansible -y</a:t>
            </a:r>
          </a:p>
          <a:p>
            <a:pPr marL="0" lvl="0" indent="0" algn="l" rtl="0">
              <a:spcBef>
                <a:spcPts val="1200"/>
              </a:spcBef>
              <a:spcAft>
                <a:spcPts val="0"/>
              </a:spcAft>
              <a:buClr>
                <a:schemeClr val="dk1"/>
              </a:buClr>
              <a:buSzPts val="1100"/>
              <a:buFont typeface="Arial"/>
              <a:buNone/>
            </a:pPr>
            <a:r>
              <a:rPr lang="en-IN" sz="1100" dirty="0">
                <a:latin typeface="Arial"/>
                <a:cs typeface="Arial"/>
              </a:rPr>
              <a:t>ansible --version </a:t>
            </a:r>
          </a:p>
          <a:p>
            <a:pPr marL="0" lvl="0" indent="0" algn="l" rtl="0">
              <a:spcBef>
                <a:spcPts val="1200"/>
              </a:spcBef>
              <a:spcAft>
                <a:spcPts val="0"/>
              </a:spcAft>
              <a:buClr>
                <a:schemeClr val="dk1"/>
              </a:buClr>
              <a:buSzPts val="1100"/>
              <a:buFont typeface="Arial"/>
              <a:buNone/>
            </a:pPr>
            <a:r>
              <a:rPr lang="en-IN" sz="1100" dirty="0">
                <a:latin typeface="Arial"/>
                <a:cs typeface="Arial"/>
                <a:sym typeface="Arial"/>
              </a:rPr>
              <a:t>cd /etc/ansible</a:t>
            </a:r>
            <a:endParaRPr lang="en-US" sz="1100" dirty="0">
              <a:latin typeface="Arial"/>
              <a:cs typeface="Arial"/>
              <a:sym typeface="Arial"/>
            </a:endParaRPr>
          </a:p>
        </p:txBody>
      </p:sp>
    </p:spTree>
    <p:extLst>
      <p:ext uri="{BB962C8B-B14F-4D97-AF65-F5344CB8AC3E}">
        <p14:creationId xmlns:p14="http://schemas.microsoft.com/office/powerpoint/2010/main" val="207202602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Playbook</a:t>
            </a:r>
            <a:endParaRPr/>
          </a:p>
        </p:txBody>
      </p:sp>
      <p:sp>
        <p:nvSpPr>
          <p:cNvPr id="90" name="Google Shape;90;p18"/>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dirty="0">
                <a:latin typeface="Arial"/>
                <a:ea typeface="Arial"/>
                <a:cs typeface="Arial"/>
                <a:sym typeface="Arial"/>
              </a:rPr>
              <a:t>Declarative YAML files that define tasks for automation.</a:t>
            </a:r>
            <a:endParaRPr sz="1100" dirty="0">
              <a:latin typeface="Arial"/>
              <a:ea typeface="Arial"/>
              <a:cs typeface="Arial"/>
              <a:sym typeface="Arial"/>
            </a:endParaRPr>
          </a:p>
          <a:p>
            <a:pPr marL="0" lvl="0" indent="0" algn="l" rtl="0">
              <a:spcBef>
                <a:spcPts val="1200"/>
              </a:spcBef>
              <a:spcAft>
                <a:spcPts val="0"/>
              </a:spcAft>
              <a:buNone/>
            </a:pPr>
            <a:r>
              <a:rPr lang="en" sz="1100" b="1" dirty="0">
                <a:latin typeface="Arial"/>
                <a:ea typeface="Arial"/>
                <a:cs typeface="Arial"/>
                <a:sym typeface="Arial"/>
              </a:rPr>
              <a:t>Example Playbook:</a:t>
            </a:r>
            <a:endParaRPr sz="1100" dirty="0">
              <a:latin typeface="Arial"/>
              <a:ea typeface="Arial"/>
              <a:cs typeface="Arial"/>
              <a:sym typeface="Arial"/>
            </a:endParaRPr>
          </a:p>
          <a:p>
            <a:pPr marL="0" marR="0" lvl="0" indent="0" algn="l" rtl="0">
              <a:lnSpc>
                <a:spcPct val="115000"/>
              </a:lnSpc>
              <a:spcBef>
                <a:spcPts val="1200"/>
              </a:spcBef>
              <a:spcAft>
                <a:spcPts val="0"/>
              </a:spcAft>
              <a:buNone/>
            </a:pPr>
            <a:r>
              <a:rPr lang="en" sz="900" dirty="0">
                <a:solidFill>
                  <a:srgbClr val="188038"/>
                </a:solidFill>
                <a:latin typeface="Roboto Mono"/>
                <a:ea typeface="Roboto Mono"/>
                <a:cs typeface="Roboto Mono"/>
                <a:sym typeface="Roboto Mono"/>
              </a:rPr>
              <a:t># playbook.yml</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name: Configure web servers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hosts: webservers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become: yes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tasks: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name: Install NGINX</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apt: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name: nginx</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state: latest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name: Start and enable NGINX</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service:</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name: nginx</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state: started</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enabled: true</a:t>
            </a:r>
            <a:endParaRPr sz="11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900" dirty="0">
              <a:solidFill>
                <a:srgbClr val="188038"/>
              </a:solidFill>
              <a:latin typeface="Roboto Mono"/>
              <a:ea typeface="Roboto Mono"/>
              <a:cs typeface="Roboto Mono"/>
              <a:sym typeface="Roboto Mono"/>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Inventory</a:t>
            </a:r>
            <a:endParaRPr/>
          </a:p>
        </p:txBody>
      </p:sp>
      <p:sp>
        <p:nvSpPr>
          <p:cNvPr id="96" name="Google Shape;96;p19"/>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dirty="0">
                <a:latin typeface="Arial"/>
                <a:ea typeface="Arial"/>
                <a:cs typeface="Arial"/>
                <a:sym typeface="Arial"/>
              </a:rPr>
              <a:t>File containing information of group of servers.</a:t>
            </a:r>
            <a:endParaRPr sz="1100" dirty="0">
              <a:latin typeface="Arial"/>
              <a:ea typeface="Arial"/>
              <a:cs typeface="Arial"/>
              <a:sym typeface="Arial"/>
            </a:endParaRPr>
          </a:p>
          <a:p>
            <a:pPr marL="0" lvl="0" indent="0" algn="l" rtl="0">
              <a:spcBef>
                <a:spcPts val="1200"/>
              </a:spcBef>
              <a:spcAft>
                <a:spcPts val="0"/>
              </a:spcAft>
              <a:buNone/>
            </a:pPr>
            <a:r>
              <a:rPr lang="en" sz="1100" b="1" dirty="0">
                <a:latin typeface="Arial"/>
                <a:ea typeface="Arial"/>
                <a:cs typeface="Arial"/>
                <a:sym typeface="Arial"/>
              </a:rPr>
              <a:t>Example :</a:t>
            </a:r>
            <a:endParaRPr sz="1100" dirty="0">
              <a:latin typeface="Arial"/>
              <a:ea typeface="Arial"/>
              <a:cs typeface="Arial"/>
              <a:sym typeface="Arial"/>
            </a:endParaRPr>
          </a:p>
          <a:p>
            <a:pPr marL="0" marR="0" lvl="0" indent="0" algn="l" rtl="0">
              <a:lnSpc>
                <a:spcPct val="115000"/>
              </a:lnSpc>
              <a:spcBef>
                <a:spcPts val="1200"/>
              </a:spcBef>
              <a:spcAft>
                <a:spcPts val="0"/>
              </a:spcAft>
              <a:buNone/>
            </a:pPr>
            <a:r>
              <a:rPr lang="en" sz="900" dirty="0">
                <a:solidFill>
                  <a:srgbClr val="188038"/>
                </a:solidFill>
                <a:latin typeface="Roboto Mono"/>
                <a:ea typeface="Roboto Mono"/>
                <a:cs typeface="Roboto Mono"/>
                <a:sym typeface="Roboto Mono"/>
              </a:rPr>
              <a:t># inventory.ini</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[webservers]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10.0.0.1</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10.0.0.2</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dirty="0">
                <a:solidFill>
                  <a:srgbClr val="188038"/>
                </a:solidFill>
                <a:latin typeface="Roboto Mono"/>
                <a:ea typeface="Roboto Mono"/>
                <a:cs typeface="Roboto Mono"/>
                <a:sym typeface="Roboto Mono"/>
              </a:rPr>
              <a:t>[dbservers]</a:t>
            </a: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dirty="0">
                <a:solidFill>
                  <a:srgbClr val="188038"/>
                </a:solidFill>
                <a:latin typeface="Roboto Mono"/>
                <a:ea typeface="Roboto Mono"/>
                <a:cs typeface="Roboto Mono"/>
                <a:sym typeface="Roboto Mono"/>
              </a:rPr>
              <a:t>10.0.0.3</a:t>
            </a: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900" dirty="0">
                <a:solidFill>
                  <a:srgbClr val="188038"/>
                </a:solidFill>
                <a:latin typeface="Roboto Mono"/>
                <a:ea typeface="Roboto Mono"/>
                <a:cs typeface="Roboto Mono"/>
                <a:sym typeface="Roboto Mono"/>
              </a:rPr>
              <a:t>10.0.0.4</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lvl="0" indent="0" algn="l" rtl="0">
              <a:spcBef>
                <a:spcPts val="0"/>
              </a:spcBef>
              <a:spcAft>
                <a:spcPts val="0"/>
              </a:spcAft>
              <a:buNone/>
            </a:pPr>
            <a:endParaRPr sz="900" dirty="0">
              <a:solidFill>
                <a:srgbClr val="188038"/>
              </a:solidFill>
              <a:latin typeface="Roboto Mono"/>
              <a:ea typeface="Roboto Mono"/>
              <a:cs typeface="Roboto Mono"/>
              <a:sym typeface="Roboto Mono"/>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0"/>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Sections of Ansible Playbook</a:t>
            </a:r>
            <a:endParaRPr/>
          </a:p>
        </p:txBody>
      </p:sp>
      <p:sp>
        <p:nvSpPr>
          <p:cNvPr id="102" name="Google Shape;102;p20"/>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dirty="0">
                <a:latin typeface="Arial"/>
                <a:ea typeface="Arial"/>
                <a:cs typeface="Arial"/>
                <a:sym typeface="Arial"/>
              </a:rPr>
              <a:t>YAML Header</a:t>
            </a:r>
            <a:endParaRPr sz="11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dirty="0">
                <a:latin typeface="Arial"/>
                <a:ea typeface="Arial"/>
                <a:cs typeface="Arial"/>
                <a:sym typeface="Arial"/>
              </a:rPr>
              <a:t>Begin with </a:t>
            </a:r>
            <a:r>
              <a:rPr lang="en" sz="1100" dirty="0">
                <a:solidFill>
                  <a:srgbClr val="188038"/>
                </a:solidFill>
                <a:latin typeface="Roboto Mono"/>
                <a:ea typeface="Roboto Mono"/>
                <a:cs typeface="Roboto Mono"/>
                <a:sym typeface="Roboto Mono"/>
              </a:rPr>
              <a:t>---</a:t>
            </a:r>
            <a:r>
              <a:rPr lang="en" sz="1100" dirty="0">
                <a:latin typeface="Arial"/>
                <a:ea typeface="Arial"/>
                <a:cs typeface="Arial"/>
                <a:sym typeface="Arial"/>
              </a:rPr>
              <a:t> (optional but recommended).</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dirty="0">
                <a:latin typeface="Arial"/>
                <a:ea typeface="Arial"/>
                <a:cs typeface="Arial"/>
                <a:sym typeface="Arial"/>
              </a:rPr>
              <a:t>Ensures it's a YAML file.</a:t>
            </a:r>
            <a:endParaRPr sz="1100" dirty="0">
              <a:latin typeface="Arial"/>
              <a:ea typeface="Arial"/>
              <a:cs typeface="Arial"/>
              <a:sym typeface="Arial"/>
            </a:endParaRPr>
          </a:p>
          <a:p>
            <a:pPr marL="457200" lvl="0" indent="0" algn="l" rtl="0">
              <a:spcBef>
                <a:spcPts val="1200"/>
              </a:spcBef>
              <a:spcAft>
                <a:spcPts val="0"/>
              </a:spcAft>
              <a:buNone/>
            </a:pPr>
            <a:endParaRPr sz="1100" dirty="0">
              <a:latin typeface="Arial"/>
              <a:ea typeface="Arial"/>
              <a:cs typeface="Arial"/>
              <a:sym typeface="Arial"/>
            </a:endParaRPr>
          </a:p>
          <a:p>
            <a:pPr marL="0" lvl="0" indent="0" algn="l" rtl="0">
              <a:spcBef>
                <a:spcPts val="1200"/>
              </a:spcBef>
              <a:spcAft>
                <a:spcPts val="0"/>
              </a:spcAft>
              <a:buNone/>
            </a:pPr>
            <a:r>
              <a:rPr lang="en" sz="1100" b="1" dirty="0">
                <a:latin typeface="Arial"/>
                <a:ea typeface="Arial"/>
                <a:cs typeface="Arial"/>
                <a:sym typeface="Arial"/>
              </a:rPr>
              <a:t>Play Level Keys</a:t>
            </a:r>
            <a:endParaRPr sz="11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b="1" dirty="0">
                <a:solidFill>
                  <a:srgbClr val="188038"/>
                </a:solidFill>
                <a:latin typeface="Roboto Mono"/>
                <a:ea typeface="Roboto Mono"/>
                <a:cs typeface="Roboto Mono"/>
                <a:sym typeface="Roboto Mono"/>
              </a:rPr>
              <a:t>name</a:t>
            </a:r>
            <a:r>
              <a:rPr lang="en" sz="1100" dirty="0">
                <a:latin typeface="Arial"/>
                <a:ea typeface="Arial"/>
                <a:cs typeface="Arial"/>
                <a:sym typeface="Arial"/>
              </a:rPr>
              <a:t>: A human-readable description of the play.</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solidFill>
                  <a:srgbClr val="188038"/>
                </a:solidFill>
                <a:latin typeface="Roboto Mono"/>
                <a:ea typeface="Roboto Mono"/>
                <a:cs typeface="Roboto Mono"/>
                <a:sym typeface="Roboto Mono"/>
              </a:rPr>
              <a:t>hosts</a:t>
            </a:r>
            <a:r>
              <a:rPr lang="en" sz="1100" dirty="0">
                <a:latin typeface="Arial"/>
                <a:ea typeface="Arial"/>
                <a:cs typeface="Arial"/>
                <a:sym typeface="Arial"/>
              </a:rPr>
              <a:t>: The target group of hosts.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solidFill>
                  <a:srgbClr val="188038"/>
                </a:solidFill>
                <a:latin typeface="Roboto Mono"/>
                <a:ea typeface="Roboto Mono"/>
                <a:cs typeface="Roboto Mono"/>
                <a:sym typeface="Roboto Mono"/>
              </a:rPr>
              <a:t>become</a:t>
            </a:r>
            <a:r>
              <a:rPr lang="en" sz="1100" dirty="0">
                <a:latin typeface="Arial"/>
                <a:ea typeface="Arial"/>
                <a:cs typeface="Arial"/>
                <a:sym typeface="Arial"/>
              </a:rPr>
              <a:t>: Privilege escalation for tasks requiring admin access.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solidFill>
                  <a:srgbClr val="188038"/>
                </a:solidFill>
                <a:latin typeface="Roboto Mono"/>
                <a:ea typeface="Roboto Mono"/>
                <a:cs typeface="Roboto Mono"/>
                <a:sym typeface="Roboto Mono"/>
              </a:rPr>
              <a:t>vars</a:t>
            </a:r>
            <a:r>
              <a:rPr lang="en" sz="1100" dirty="0">
                <a:latin typeface="Arial"/>
                <a:ea typeface="Arial"/>
                <a:cs typeface="Arial"/>
                <a:sym typeface="Arial"/>
              </a:rPr>
              <a:t>: Define variables at the play level.</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solidFill>
                  <a:srgbClr val="188038"/>
                </a:solidFill>
                <a:latin typeface="Roboto Mono"/>
                <a:ea typeface="Roboto Mono"/>
                <a:cs typeface="Roboto Mono"/>
                <a:sym typeface="Roboto Mono"/>
              </a:rPr>
              <a:t>Gather_facts:</a:t>
            </a:r>
            <a:r>
              <a:rPr lang="en" sz="1100" dirty="0">
                <a:latin typeface="Arial"/>
                <a:ea typeface="Arial"/>
                <a:cs typeface="Arial"/>
                <a:sym typeface="Arial"/>
              </a:rPr>
              <a:t> whether to fetch target server facts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solidFill>
                  <a:srgbClr val="188038"/>
                </a:solidFill>
                <a:latin typeface="Roboto Mono"/>
                <a:ea typeface="Roboto Mono"/>
                <a:cs typeface="Roboto Mono"/>
                <a:sym typeface="Roboto Mono"/>
              </a:rPr>
              <a:t>tasks</a:t>
            </a:r>
            <a:r>
              <a:rPr lang="en" sz="1100" dirty="0">
                <a:latin typeface="Arial"/>
                <a:ea typeface="Arial"/>
                <a:cs typeface="Arial"/>
                <a:sym typeface="Arial"/>
              </a:rPr>
              <a:t>: Define steps to perform on target hosts.</a:t>
            </a:r>
            <a:endParaRPr sz="1100"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lvl="0" indent="0" algn="l" rtl="0">
              <a:spcBef>
                <a:spcPts val="0"/>
              </a:spcBef>
              <a:spcAft>
                <a:spcPts val="0"/>
              </a:spcAft>
              <a:buNone/>
            </a:pPr>
            <a:endParaRPr sz="900" dirty="0">
              <a:solidFill>
                <a:srgbClr val="188038"/>
              </a:solidFill>
              <a:latin typeface="Roboto Mono"/>
              <a:ea typeface="Roboto Mono"/>
              <a:cs typeface="Roboto Mono"/>
              <a:sym typeface="Roboto Mono"/>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21"/>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Key Sections of Ansible Playbook</a:t>
            </a:r>
            <a:endParaRPr/>
          </a:p>
        </p:txBody>
      </p:sp>
      <p:sp>
        <p:nvSpPr>
          <p:cNvPr id="108" name="Google Shape;108;p21"/>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Arial"/>
                <a:ea typeface="Arial"/>
                <a:cs typeface="Arial"/>
                <a:sym typeface="Arial"/>
              </a:rPr>
              <a:t>Task Level Keys</a:t>
            </a:r>
            <a:endParaRPr sz="1100" b="1">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b="1">
                <a:solidFill>
                  <a:srgbClr val="188038"/>
                </a:solidFill>
                <a:latin typeface="Roboto Mono"/>
                <a:ea typeface="Roboto Mono"/>
                <a:cs typeface="Roboto Mono"/>
                <a:sym typeface="Roboto Mono"/>
              </a:rPr>
              <a:t>name</a:t>
            </a:r>
            <a:r>
              <a:rPr lang="en" sz="1100">
                <a:latin typeface="Arial"/>
                <a:ea typeface="Arial"/>
                <a:cs typeface="Arial"/>
                <a:sym typeface="Arial"/>
              </a:rPr>
              <a:t>: Describe what the task does.</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a:solidFill>
                  <a:srgbClr val="188038"/>
                </a:solidFill>
                <a:latin typeface="Roboto Mono"/>
                <a:ea typeface="Roboto Mono"/>
                <a:cs typeface="Roboto Mono"/>
                <a:sym typeface="Roboto Mono"/>
              </a:rPr>
              <a:t>module_name</a:t>
            </a:r>
            <a:r>
              <a:rPr lang="en" sz="1100">
                <a:latin typeface="Arial"/>
                <a:ea typeface="Arial"/>
                <a:cs typeface="Arial"/>
                <a:sym typeface="Arial"/>
              </a:rPr>
              <a:t>: Specifies the Ansible module to use (e.g., </a:t>
            </a:r>
            <a:r>
              <a:rPr lang="en" sz="1100">
                <a:solidFill>
                  <a:srgbClr val="188038"/>
                </a:solidFill>
                <a:latin typeface="Roboto Mono"/>
                <a:ea typeface="Roboto Mono"/>
                <a:cs typeface="Roboto Mono"/>
                <a:sym typeface="Roboto Mono"/>
              </a:rPr>
              <a:t>yum</a:t>
            </a:r>
            <a:r>
              <a:rPr lang="en" sz="1100">
                <a:latin typeface="Arial"/>
                <a:ea typeface="Arial"/>
                <a:cs typeface="Arial"/>
                <a:sym typeface="Arial"/>
              </a:rPr>
              <a:t>, </a:t>
            </a:r>
            <a:r>
              <a:rPr lang="en" sz="1100">
                <a:solidFill>
                  <a:srgbClr val="188038"/>
                </a:solidFill>
                <a:latin typeface="Roboto Mono"/>
                <a:ea typeface="Roboto Mono"/>
                <a:cs typeface="Roboto Mono"/>
                <a:sym typeface="Roboto Mono"/>
              </a:rPr>
              <a:t>apt</a:t>
            </a:r>
            <a:r>
              <a:rPr lang="en" sz="1100">
                <a:latin typeface="Arial"/>
                <a:ea typeface="Arial"/>
                <a:cs typeface="Arial"/>
                <a:sym typeface="Arial"/>
              </a:rPr>
              <a:t>, </a:t>
            </a:r>
            <a:r>
              <a:rPr lang="en" sz="1100">
                <a:solidFill>
                  <a:srgbClr val="188038"/>
                </a:solidFill>
                <a:latin typeface="Roboto Mono"/>
                <a:ea typeface="Roboto Mono"/>
                <a:cs typeface="Roboto Mono"/>
                <a:sym typeface="Roboto Mono"/>
              </a:rPr>
              <a:t>copy</a:t>
            </a:r>
            <a:r>
              <a:rPr lang="en" sz="1100">
                <a:latin typeface="Arial"/>
                <a:ea typeface="Arial"/>
                <a:cs typeface="Arial"/>
                <a:sym typeface="Arial"/>
              </a:rPr>
              <a:t>).</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a:latin typeface="Arial"/>
                <a:ea typeface="Arial"/>
                <a:cs typeface="Arial"/>
                <a:sym typeface="Arial"/>
              </a:rPr>
              <a:t>Parameters</a:t>
            </a:r>
            <a:r>
              <a:rPr lang="en" sz="1100">
                <a:latin typeface="Arial"/>
                <a:ea typeface="Arial"/>
                <a:cs typeface="Arial"/>
                <a:sym typeface="Arial"/>
              </a:rPr>
              <a:t>: Pass module-specific options.</a:t>
            </a:r>
            <a:br>
              <a:rPr lang="en" sz="1100">
                <a:latin typeface="Arial"/>
                <a:ea typeface="Arial"/>
                <a:cs typeface="Arial"/>
                <a:sym typeface="Arial"/>
              </a:rPr>
            </a:br>
            <a:br>
              <a:rPr lang="en" sz="1100">
                <a:latin typeface="Arial"/>
                <a:ea typeface="Arial"/>
                <a:cs typeface="Arial"/>
                <a:sym typeface="Arial"/>
              </a:rPr>
            </a:br>
            <a:endParaRPr sz="1100">
              <a:latin typeface="Arial"/>
              <a:ea typeface="Arial"/>
              <a:cs typeface="Arial"/>
              <a:sym typeface="Arial"/>
            </a:endParaRPr>
          </a:p>
          <a:p>
            <a:pPr marL="0" marR="0" lvl="0" indent="0" algn="l" rtl="0">
              <a:lnSpc>
                <a:spcPct val="115000"/>
              </a:lnSpc>
              <a:spcBef>
                <a:spcPts val="120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
        <p:nvSpPr>
          <p:cNvPr id="109" name="Google Shape;109;p21"/>
          <p:cNvSpPr txBox="1"/>
          <p:nvPr/>
        </p:nvSpPr>
        <p:spPr>
          <a:xfrm>
            <a:off x="5211525" y="714525"/>
            <a:ext cx="3822900" cy="4475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endParaRPr sz="1100">
              <a:solidFill>
                <a:schemeClr val="dk1"/>
              </a:solidFill>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Install and configure Apache on web servers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hosts: webservers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become: yes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vars: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httpd_package: httpd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document_root: /var/www/html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tasks: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name: Install Apache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yum:</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 httpd_package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present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name: Ensure Apache is running</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service: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 httpd_package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started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enabled: yes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name: Deploy index.html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copy:</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content: "Welcome to Ansible-managed web server"</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dest: "{{ document_root }}/index.html"</a:t>
            </a:r>
            <a:endParaRPr sz="900">
              <a:solidFill>
                <a:srgbClr val="188038"/>
              </a:solidFill>
              <a:latin typeface="Roboto Mono"/>
              <a:ea typeface="Roboto Mono"/>
              <a:cs typeface="Roboto Mono"/>
              <a:sym typeface="Roboto Mon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3"/>
        <p:cNvGrpSpPr/>
        <p:nvPr/>
      </p:nvGrpSpPr>
      <p:grpSpPr>
        <a:xfrm>
          <a:off x="0" y="0"/>
          <a:ext cx="0" cy="0"/>
          <a:chOff x="0" y="0"/>
          <a:chExt cx="0" cy="0"/>
        </a:xfrm>
      </p:grpSpPr>
      <p:sp>
        <p:nvSpPr>
          <p:cNvPr id="114" name="Google Shape;114;p22"/>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Modules of Ansible</a:t>
            </a:r>
            <a:endParaRPr/>
          </a:p>
        </p:txBody>
      </p:sp>
      <p:sp>
        <p:nvSpPr>
          <p:cNvPr id="115" name="Google Shape;115;p22"/>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b="1">
                <a:latin typeface="Arial"/>
                <a:ea typeface="Arial"/>
                <a:cs typeface="Arial"/>
                <a:sym typeface="Arial"/>
              </a:rPr>
              <a:t>Package Management:</a:t>
            </a:r>
            <a:endParaRPr sz="1100" b="1">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a:solidFill>
                  <a:srgbClr val="188038"/>
                </a:solidFill>
                <a:latin typeface="Roboto Mono"/>
                <a:ea typeface="Roboto Mono"/>
                <a:cs typeface="Roboto Mono"/>
                <a:sym typeface="Roboto Mono"/>
              </a:rPr>
              <a:t>apt</a:t>
            </a:r>
            <a:r>
              <a:rPr lang="en" sz="1100">
                <a:latin typeface="Arial"/>
                <a:ea typeface="Arial"/>
                <a:cs typeface="Arial"/>
                <a:sym typeface="Arial"/>
              </a:rPr>
              <a:t>, </a:t>
            </a:r>
            <a:r>
              <a:rPr lang="en" sz="1100">
                <a:solidFill>
                  <a:srgbClr val="188038"/>
                </a:solidFill>
                <a:latin typeface="Roboto Mono"/>
                <a:ea typeface="Roboto Mono"/>
                <a:cs typeface="Roboto Mono"/>
                <a:sym typeface="Roboto Mono"/>
              </a:rPr>
              <a:t>yum</a:t>
            </a:r>
            <a:r>
              <a:rPr lang="en" sz="1100">
                <a:latin typeface="Arial"/>
                <a:ea typeface="Arial"/>
                <a:cs typeface="Arial"/>
                <a:sym typeface="Arial"/>
              </a:rPr>
              <a:t>, </a:t>
            </a:r>
            <a:r>
              <a:rPr lang="en" sz="1100">
                <a:solidFill>
                  <a:srgbClr val="188038"/>
                </a:solidFill>
                <a:latin typeface="Roboto Mono"/>
                <a:ea typeface="Roboto Mono"/>
                <a:cs typeface="Roboto Mono"/>
                <a:sym typeface="Roboto Mono"/>
              </a:rPr>
              <a:t>dnf</a:t>
            </a:r>
            <a:r>
              <a:rPr lang="en" sz="1100">
                <a:latin typeface="Arial"/>
                <a:ea typeface="Arial"/>
                <a:cs typeface="Arial"/>
                <a:sym typeface="Arial"/>
              </a:rPr>
              <a:t>, etc.</a:t>
            </a:r>
            <a:endParaRPr sz="1100">
              <a:latin typeface="Arial"/>
              <a:ea typeface="Arial"/>
              <a:cs typeface="Arial"/>
              <a:sym typeface="Arial"/>
            </a:endParaRPr>
          </a:p>
          <a:p>
            <a:pPr marL="0" marR="0" lvl="0" indent="0" algn="l" rtl="0">
              <a:lnSpc>
                <a:spcPct val="115000"/>
              </a:lnSpc>
              <a:spcBef>
                <a:spcPts val="1200"/>
              </a:spcBef>
              <a:spcAft>
                <a:spcPts val="0"/>
              </a:spcAft>
              <a:buNone/>
            </a:pPr>
            <a:r>
              <a:rPr lang="en" sz="900">
                <a:solidFill>
                  <a:srgbClr val="188038"/>
                </a:solidFill>
                <a:latin typeface="Roboto Mono"/>
                <a:ea typeface="Roboto Mono"/>
                <a:cs typeface="Roboto Mono"/>
                <a:sym typeface="Roboto Mono"/>
              </a:rPr>
              <a:t>- name: Install Apache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apt: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apache2</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latest</a:t>
            </a:r>
            <a:endParaRPr sz="110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 sz="1100" b="1">
                <a:latin typeface="Arial"/>
                <a:ea typeface="Arial"/>
                <a:cs typeface="Arial"/>
                <a:sym typeface="Arial"/>
              </a:rPr>
              <a:t>Service Management:</a:t>
            </a:r>
            <a:endParaRPr sz="1100" b="1">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a:solidFill>
                  <a:srgbClr val="188038"/>
                </a:solidFill>
                <a:latin typeface="Roboto Mono"/>
                <a:ea typeface="Roboto Mono"/>
                <a:cs typeface="Roboto Mono"/>
                <a:sym typeface="Roboto Mono"/>
              </a:rPr>
              <a:t>service</a:t>
            </a:r>
            <a:r>
              <a:rPr lang="en" sz="1100">
                <a:latin typeface="Arial"/>
                <a:ea typeface="Arial"/>
                <a:cs typeface="Arial"/>
                <a:sym typeface="Arial"/>
              </a:rPr>
              <a:t>, </a:t>
            </a:r>
            <a:r>
              <a:rPr lang="en" sz="1100">
                <a:solidFill>
                  <a:srgbClr val="188038"/>
                </a:solidFill>
                <a:latin typeface="Roboto Mono"/>
                <a:ea typeface="Roboto Mono"/>
                <a:cs typeface="Roboto Mono"/>
                <a:sym typeface="Roboto Mono"/>
              </a:rPr>
              <a:t>systemd</a:t>
            </a:r>
            <a:r>
              <a:rPr lang="en" sz="1100">
                <a:latin typeface="Arial"/>
                <a:ea typeface="Arial"/>
                <a:cs typeface="Arial"/>
                <a:sym typeface="Arial"/>
              </a:rPr>
              <a:t>, etc.</a:t>
            </a:r>
            <a:endParaRPr sz="1100">
              <a:latin typeface="Arial"/>
              <a:ea typeface="Arial"/>
              <a:cs typeface="Arial"/>
              <a:sym typeface="Arial"/>
            </a:endParaRPr>
          </a:p>
          <a:p>
            <a:pPr marL="0" marR="0" lvl="0" indent="0" algn="l" rtl="0">
              <a:lnSpc>
                <a:spcPct val="115000"/>
              </a:lnSpc>
              <a:spcBef>
                <a:spcPts val="1200"/>
              </a:spcBef>
              <a:spcAft>
                <a:spcPts val="0"/>
              </a:spcAft>
              <a:buNone/>
            </a:pPr>
            <a:br>
              <a:rPr lang="en" sz="900">
                <a:solidFill>
                  <a:srgbClr val="188038"/>
                </a:solidFill>
                <a:latin typeface="Roboto Mono"/>
                <a:ea typeface="Roboto Mono"/>
                <a:cs typeface="Roboto Mono"/>
                <a:sym typeface="Roboto Mono"/>
              </a:rPr>
            </a:br>
            <a:r>
              <a:rPr lang="en" sz="900">
                <a:solidFill>
                  <a:srgbClr val="188038"/>
                </a:solidFill>
                <a:latin typeface="Roboto Mono"/>
                <a:ea typeface="Roboto Mono"/>
                <a:cs typeface="Roboto Mono"/>
                <a:sym typeface="Roboto Mono"/>
              </a:rPr>
              <a:t>- name: Ensure NGINX is running</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service: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started</a:t>
            </a:r>
            <a:endParaRPr sz="11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3"/>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Different Modules of Ansible</a:t>
            </a:r>
            <a:endParaRPr/>
          </a:p>
        </p:txBody>
      </p:sp>
      <p:sp>
        <p:nvSpPr>
          <p:cNvPr id="121" name="Google Shape;121;p23"/>
          <p:cNvSpPr txBox="1">
            <a:spLocks noGrp="1"/>
          </p:cNvSpPr>
          <p:nvPr>
            <p:ph type="body" idx="1"/>
          </p:nvPr>
        </p:nvSpPr>
        <p:spPr>
          <a:xfrm>
            <a:off x="311700" y="1171675"/>
            <a:ext cx="39999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Command Execution:</a:t>
            </a:r>
            <a:endParaRPr sz="11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dirty="0">
                <a:solidFill>
                  <a:srgbClr val="188038"/>
                </a:solidFill>
                <a:latin typeface="Roboto Mono"/>
                <a:ea typeface="Roboto Mono"/>
                <a:cs typeface="Roboto Mono"/>
                <a:sym typeface="Roboto Mono"/>
              </a:rPr>
              <a:t>command</a:t>
            </a:r>
            <a:r>
              <a:rPr lang="en" sz="1100" dirty="0">
                <a:latin typeface="Arial"/>
                <a:ea typeface="Arial"/>
                <a:cs typeface="Arial"/>
                <a:sym typeface="Arial"/>
              </a:rPr>
              <a:t>, </a:t>
            </a:r>
            <a:r>
              <a:rPr lang="en" sz="1100" dirty="0">
                <a:solidFill>
                  <a:srgbClr val="188038"/>
                </a:solidFill>
                <a:latin typeface="Roboto Mono"/>
                <a:ea typeface="Roboto Mono"/>
                <a:cs typeface="Roboto Mono"/>
                <a:sym typeface="Roboto Mono"/>
              </a:rPr>
              <a:t>shell</a:t>
            </a:r>
            <a:r>
              <a:rPr lang="en" sz="1100" dirty="0">
                <a:latin typeface="Arial"/>
                <a:ea typeface="Arial"/>
                <a:cs typeface="Arial"/>
                <a:sym typeface="Arial"/>
              </a:rPr>
              <a:t>, etc.</a:t>
            </a:r>
            <a:endParaRPr sz="1100" dirty="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 sz="1100" dirty="0">
                <a:solidFill>
                  <a:srgbClr val="188038"/>
                </a:solidFill>
                <a:latin typeface="Roboto Mono"/>
                <a:ea typeface="Roboto Mono"/>
                <a:cs typeface="Roboto Mono"/>
                <a:sym typeface="Roboto Mono"/>
              </a:rPr>
              <a:t>- name: moving a file</a:t>
            </a:r>
            <a:endParaRPr sz="11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r>
              <a:rPr lang="en" sz="1100" dirty="0">
                <a:solidFill>
                  <a:srgbClr val="188038"/>
                </a:solidFill>
                <a:latin typeface="Roboto Mono"/>
                <a:ea typeface="Roboto Mono"/>
                <a:cs typeface="Roboto Mono"/>
                <a:sym typeface="Roboto Mono"/>
              </a:rPr>
              <a:t>  command: mv /etc/file.txt /opt</a:t>
            </a:r>
            <a:endParaRPr sz="11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dirty="0">
              <a:solidFill>
                <a:srgbClr val="188038"/>
              </a:solidFill>
              <a:latin typeface="Roboto Mono"/>
              <a:ea typeface="Roboto Mono"/>
              <a:cs typeface="Roboto Mono"/>
              <a:sym typeface="Roboto Mono"/>
            </a:endParaRPr>
          </a:p>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File Operations:</a:t>
            </a:r>
            <a:endParaRPr sz="11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dirty="0">
                <a:solidFill>
                  <a:srgbClr val="188038"/>
                </a:solidFill>
                <a:latin typeface="Roboto Mono"/>
                <a:ea typeface="Roboto Mono"/>
                <a:cs typeface="Roboto Mono"/>
                <a:sym typeface="Roboto Mono"/>
              </a:rPr>
              <a:t>file</a:t>
            </a:r>
            <a:r>
              <a:rPr lang="en" sz="1100" dirty="0">
                <a:latin typeface="Arial"/>
                <a:ea typeface="Arial"/>
                <a:cs typeface="Arial"/>
                <a:sym typeface="Arial"/>
              </a:rPr>
              <a:t>, </a:t>
            </a:r>
            <a:r>
              <a:rPr lang="en" sz="1100" dirty="0">
                <a:solidFill>
                  <a:srgbClr val="188038"/>
                </a:solidFill>
                <a:latin typeface="Roboto Mono"/>
                <a:ea typeface="Roboto Mono"/>
                <a:cs typeface="Roboto Mono"/>
                <a:sym typeface="Roboto Mono"/>
              </a:rPr>
              <a:t>copy</a:t>
            </a:r>
            <a:r>
              <a:rPr lang="en" sz="1100" dirty="0">
                <a:latin typeface="Arial"/>
                <a:ea typeface="Arial"/>
                <a:cs typeface="Arial"/>
                <a:sym typeface="Arial"/>
              </a:rPr>
              <a:t>, </a:t>
            </a:r>
            <a:r>
              <a:rPr lang="en" sz="1100" dirty="0">
                <a:solidFill>
                  <a:srgbClr val="188038"/>
                </a:solidFill>
                <a:latin typeface="Roboto Mono"/>
                <a:ea typeface="Roboto Mono"/>
                <a:cs typeface="Roboto Mono"/>
                <a:sym typeface="Roboto Mono"/>
              </a:rPr>
              <a:t>template</a:t>
            </a:r>
            <a:r>
              <a:rPr lang="en" sz="1100" dirty="0">
                <a:latin typeface="Arial"/>
                <a:ea typeface="Arial"/>
                <a:cs typeface="Arial"/>
                <a:sym typeface="Arial"/>
              </a:rPr>
              <a:t>, etc.</a:t>
            </a:r>
            <a:endParaRPr sz="1100" dirty="0">
              <a:latin typeface="Arial"/>
              <a:ea typeface="Arial"/>
              <a:cs typeface="Arial"/>
              <a:sym typeface="Arial"/>
            </a:endParaRPr>
          </a:p>
          <a:p>
            <a:pPr marL="0" marR="0" lvl="0" indent="0" algn="l" rtl="0">
              <a:lnSpc>
                <a:spcPct val="115000"/>
              </a:lnSpc>
              <a:spcBef>
                <a:spcPts val="1200"/>
              </a:spcBef>
              <a:spcAft>
                <a:spcPts val="0"/>
              </a:spcAft>
              <a:buNone/>
            </a:pPr>
            <a:r>
              <a:rPr lang="en" sz="900" dirty="0">
                <a:solidFill>
                  <a:srgbClr val="188038"/>
                </a:solidFill>
                <a:latin typeface="Roboto Mono"/>
                <a:ea typeface="Roboto Mono"/>
                <a:cs typeface="Roboto Mono"/>
                <a:sym typeface="Roboto Mono"/>
              </a:rPr>
              <a:t>- name: Create a directory</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file:</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path: /var/www/html</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state: directory</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owner: www-data</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group: www-data</a:t>
            </a:r>
            <a:endParaRPr sz="11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lvl="0" indent="0" algn="l" rtl="0">
              <a:spcBef>
                <a:spcPts val="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lvl="0" indent="0" algn="l" rtl="0">
              <a:spcBef>
                <a:spcPts val="0"/>
              </a:spcBef>
              <a:spcAft>
                <a:spcPts val="0"/>
              </a:spcAft>
              <a:buNone/>
            </a:pPr>
            <a:endParaRPr sz="900" dirty="0">
              <a:solidFill>
                <a:srgbClr val="188038"/>
              </a:solidFill>
              <a:latin typeface="Roboto Mono"/>
              <a:ea typeface="Roboto Mono"/>
              <a:cs typeface="Roboto Mono"/>
              <a:sym typeface="Roboto Mon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Templates in Ansible</a:t>
            </a:r>
            <a:endParaRPr/>
          </a:p>
        </p:txBody>
      </p:sp>
      <p:sp>
        <p:nvSpPr>
          <p:cNvPr id="127" name="Google Shape;127;p24"/>
          <p:cNvSpPr txBox="1">
            <a:spLocks noGrp="1"/>
          </p:cNvSpPr>
          <p:nvPr>
            <p:ph type="body" idx="1"/>
          </p:nvPr>
        </p:nvSpPr>
        <p:spPr>
          <a:xfrm>
            <a:off x="311700" y="1058225"/>
            <a:ext cx="43350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300" b="1">
                <a:latin typeface="Arial"/>
                <a:ea typeface="Arial"/>
                <a:cs typeface="Arial"/>
                <a:sym typeface="Arial"/>
              </a:rPr>
              <a:t>Example: Using Templates</a:t>
            </a:r>
            <a:endParaRPr sz="1300" b="1">
              <a:latin typeface="Arial"/>
              <a:ea typeface="Arial"/>
              <a:cs typeface="Arial"/>
              <a:sym typeface="Arial"/>
            </a:endParaRPr>
          </a:p>
          <a:p>
            <a:pPr marL="0" lvl="0" indent="0" algn="l" rtl="0">
              <a:spcBef>
                <a:spcPts val="1200"/>
              </a:spcBef>
              <a:spcAft>
                <a:spcPts val="0"/>
              </a:spcAft>
              <a:buNone/>
            </a:pPr>
            <a:r>
              <a:rPr lang="en" sz="1100" b="1">
                <a:latin typeface="Arial"/>
                <a:ea typeface="Arial"/>
                <a:cs typeface="Arial"/>
                <a:sym typeface="Arial"/>
              </a:rPr>
              <a:t>Template File (</a:t>
            </a:r>
            <a:r>
              <a:rPr lang="en" sz="1100" b="1">
                <a:solidFill>
                  <a:srgbClr val="188038"/>
                </a:solidFill>
                <a:latin typeface="Roboto Mono"/>
                <a:ea typeface="Roboto Mono"/>
                <a:cs typeface="Roboto Mono"/>
                <a:sym typeface="Roboto Mono"/>
              </a:rPr>
              <a:t>nginx.conf.j2</a:t>
            </a:r>
            <a:r>
              <a:rPr lang="en" sz="1100" b="1">
                <a:latin typeface="Arial"/>
                <a:ea typeface="Arial"/>
                <a:cs typeface="Arial"/>
                <a:sym typeface="Arial"/>
              </a:rPr>
              <a:t>)</a:t>
            </a:r>
            <a:endParaRPr sz="1100">
              <a:latin typeface="Arial"/>
              <a:ea typeface="Arial"/>
              <a:cs typeface="Arial"/>
              <a:sym typeface="Arial"/>
            </a:endParaRPr>
          </a:p>
          <a:p>
            <a:pPr marL="0" marR="0" lvl="0" indent="0" algn="l" rtl="0">
              <a:lnSpc>
                <a:spcPct val="115000"/>
              </a:lnSpc>
              <a:spcBef>
                <a:spcPts val="200"/>
              </a:spcBef>
              <a:spcAft>
                <a:spcPts val="0"/>
              </a:spcAft>
              <a:buNone/>
            </a:pPr>
            <a:r>
              <a:rPr lang="en" sz="900">
                <a:solidFill>
                  <a:srgbClr val="188038"/>
                </a:solidFill>
                <a:latin typeface="Roboto Mono"/>
                <a:ea typeface="Roboto Mono"/>
                <a:cs typeface="Roboto Mono"/>
                <a:sym typeface="Roboto Mono"/>
              </a:rPr>
              <a:t>server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listen {{ server_port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server_name {{ server_name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location /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root {{ document_root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index index.html;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a:t>
            </a:r>
            <a:br>
              <a:rPr lang="en" sz="900">
                <a:solidFill>
                  <a:srgbClr val="188038"/>
                </a:solidFill>
                <a:latin typeface="Roboto Mono"/>
                <a:ea typeface="Roboto Mono"/>
                <a:cs typeface="Roboto Mono"/>
                <a:sym typeface="Roboto Mono"/>
              </a:rPr>
            </a:br>
            <a:br>
              <a:rPr lang="en" sz="9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11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1200"/>
              </a:spcBef>
              <a:spcAft>
                <a:spcPts val="0"/>
              </a:spcAft>
              <a:buNone/>
            </a:pPr>
            <a:endParaRPr sz="1100">
              <a:latin typeface="Arial"/>
              <a:ea typeface="Arial"/>
              <a:cs typeface="Arial"/>
              <a:sym typeface="Arial"/>
            </a:endParaRPr>
          </a:p>
          <a:p>
            <a:pPr marL="0" marR="0" lvl="0" indent="0" algn="l" rtl="0">
              <a:lnSpc>
                <a:spcPct val="115000"/>
              </a:lnSpc>
              <a:spcBef>
                <a:spcPts val="1200"/>
              </a:spcBef>
              <a:spcAft>
                <a:spcPts val="0"/>
              </a:spcAft>
              <a:buNone/>
            </a:pPr>
            <a:br>
              <a:rPr lang="en" sz="1100">
                <a:solidFill>
                  <a:srgbClr val="188038"/>
                </a:solidFill>
                <a:latin typeface="Roboto Mono"/>
                <a:ea typeface="Roboto Mono"/>
                <a:cs typeface="Roboto Mono"/>
                <a:sym typeface="Roboto Mono"/>
              </a:rPr>
            </a:b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
        <p:nvSpPr>
          <p:cNvPr id="128" name="Google Shape;128;p24"/>
          <p:cNvSpPr txBox="1"/>
          <p:nvPr/>
        </p:nvSpPr>
        <p:spPr>
          <a:xfrm>
            <a:off x="5218375" y="1262300"/>
            <a:ext cx="3136500" cy="35001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1200"/>
              </a:spcBef>
              <a:spcAft>
                <a:spcPts val="0"/>
              </a:spcAft>
              <a:buClr>
                <a:schemeClr val="dk1"/>
              </a:buClr>
              <a:buSzPts val="1100"/>
              <a:buFont typeface="Arial"/>
              <a:buNone/>
            </a:pPr>
            <a:r>
              <a:rPr lang="en" sz="1100" b="1">
                <a:solidFill>
                  <a:schemeClr val="dk1"/>
                </a:solidFill>
              </a:rPr>
              <a:t>Playbook</a:t>
            </a:r>
            <a:endParaRPr sz="1100">
              <a:solidFill>
                <a:schemeClr val="dk1"/>
              </a:solidFill>
            </a:endParaRPr>
          </a:p>
          <a:p>
            <a:pPr marL="0" lvl="0" indent="0" algn="l" rtl="0">
              <a:lnSpc>
                <a:spcPct val="115000"/>
              </a:lnSpc>
              <a:spcBef>
                <a:spcPts val="20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name: Configure Nginx</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hosts: all</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vars:</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server_port: 80</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server_name: example.com</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document_root: /var/www/html</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tasks:</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 name: Deploy Nginx configuration</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template:</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src: templates/nginx.conf.j2</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dest: /etc/nginx/nginx.conf</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notify:</a:t>
            </a:r>
            <a:endParaRPr sz="90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Clr>
                <a:schemeClr val="dk1"/>
              </a:buClr>
              <a:buSzPts val="1100"/>
              <a:buFont typeface="Arial"/>
              <a:buNone/>
            </a:pPr>
            <a:r>
              <a:rPr lang="en" sz="900">
                <a:solidFill>
                  <a:srgbClr val="188038"/>
                </a:solidFill>
                <a:latin typeface="Roboto Mono"/>
                <a:ea typeface="Roboto Mono"/>
                <a:cs typeface="Roboto Mono"/>
                <a:sym typeface="Roboto Mono"/>
              </a:rPr>
              <a:t>        - restart nginx</a:t>
            </a:r>
            <a:endParaRPr sz="1800">
              <a:solidFill>
                <a:schemeClr val="dk1"/>
              </a:solidFill>
              <a:latin typeface="Old Standard TT"/>
              <a:ea typeface="Old Standard TT"/>
              <a:cs typeface="Old Standard TT"/>
              <a:sym typeface="Old Standard TT"/>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5"/>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Handlers in Ansible</a:t>
            </a:r>
            <a:endParaRPr/>
          </a:p>
        </p:txBody>
      </p:sp>
      <p:sp>
        <p:nvSpPr>
          <p:cNvPr id="134" name="Google Shape;134;p25"/>
          <p:cNvSpPr txBox="1">
            <a:spLocks noGrp="1"/>
          </p:cNvSpPr>
          <p:nvPr>
            <p:ph type="body" idx="1"/>
          </p:nvPr>
        </p:nvSpPr>
        <p:spPr>
          <a:xfrm>
            <a:off x="311700" y="915350"/>
            <a:ext cx="6811800" cy="33972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Clr>
                <a:schemeClr val="dk1"/>
              </a:buClr>
              <a:buSzPts val="1100"/>
              <a:buFont typeface="Arial"/>
              <a:buNone/>
            </a:pPr>
            <a:r>
              <a:rPr lang="en" sz="1300" b="1" dirty="0">
                <a:latin typeface="Arial"/>
                <a:ea typeface="Arial"/>
                <a:cs typeface="Arial"/>
                <a:sym typeface="Arial"/>
              </a:rPr>
              <a:t>What are Handlers?</a:t>
            </a:r>
            <a:endParaRPr sz="13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dirty="0">
                <a:latin typeface="Arial"/>
                <a:ea typeface="Arial"/>
                <a:cs typeface="Arial"/>
                <a:sym typeface="Arial"/>
              </a:rPr>
              <a:t>Handlers are special tasks triggered by the </a:t>
            </a:r>
            <a:r>
              <a:rPr lang="en" sz="1100" b="1" dirty="0">
                <a:solidFill>
                  <a:srgbClr val="188038"/>
                </a:solidFill>
                <a:latin typeface="Roboto Mono"/>
                <a:ea typeface="Roboto Mono"/>
                <a:cs typeface="Roboto Mono"/>
                <a:sym typeface="Roboto Mono"/>
              </a:rPr>
              <a:t>notify</a:t>
            </a:r>
            <a:r>
              <a:rPr lang="en" sz="1100" dirty="0">
                <a:latin typeface="Arial"/>
                <a:ea typeface="Arial"/>
                <a:cs typeface="Arial"/>
                <a:sym typeface="Arial"/>
              </a:rPr>
              <a:t> directive in regular tasks.</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dirty="0">
                <a:latin typeface="Arial"/>
                <a:ea typeface="Arial"/>
                <a:cs typeface="Arial"/>
                <a:sym typeface="Arial"/>
              </a:rPr>
              <a:t>Typically used to restart or reload services after configuration changes.</a:t>
            </a:r>
            <a:endParaRPr sz="1100" dirty="0">
              <a:latin typeface="Arial"/>
              <a:ea typeface="Arial"/>
              <a:cs typeface="Arial"/>
              <a:sym typeface="Arial"/>
            </a:endParaRPr>
          </a:p>
          <a:p>
            <a:pPr marL="0" lvl="0" indent="0" algn="l" rtl="0">
              <a:spcBef>
                <a:spcPts val="1400"/>
              </a:spcBef>
              <a:spcAft>
                <a:spcPts val="0"/>
              </a:spcAft>
              <a:buClr>
                <a:schemeClr val="dk1"/>
              </a:buClr>
              <a:buSzPts val="1100"/>
              <a:buFont typeface="Arial"/>
              <a:buNone/>
            </a:pPr>
            <a:r>
              <a:rPr lang="en" sz="1300" b="1" dirty="0">
                <a:latin typeface="Arial"/>
                <a:ea typeface="Arial"/>
                <a:cs typeface="Arial"/>
                <a:sym typeface="Arial"/>
              </a:rPr>
              <a:t>Why Use Handlers?</a:t>
            </a:r>
            <a:endParaRPr sz="13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dirty="0">
                <a:latin typeface="Arial"/>
                <a:ea typeface="Arial"/>
                <a:cs typeface="Arial"/>
                <a:sym typeface="Arial"/>
              </a:rPr>
              <a:t>Ensure tasks like service restarts are executed only when necessary.</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dirty="0">
                <a:latin typeface="Arial"/>
                <a:ea typeface="Arial"/>
                <a:cs typeface="Arial"/>
                <a:sym typeface="Arial"/>
              </a:rPr>
              <a:t>Avoid redundant operations, improving efficiency.</a:t>
            </a:r>
            <a:endParaRPr sz="1100" dirty="0">
              <a:latin typeface="Arial"/>
              <a:ea typeface="Arial"/>
              <a:cs typeface="Arial"/>
              <a:sym typeface="Arial"/>
            </a:endParaRPr>
          </a:p>
          <a:p>
            <a:pPr marL="0" lvl="0" indent="0" algn="l" rtl="0">
              <a:spcBef>
                <a:spcPts val="1400"/>
              </a:spcBef>
              <a:spcAft>
                <a:spcPts val="0"/>
              </a:spcAft>
              <a:buClr>
                <a:schemeClr val="dk1"/>
              </a:buClr>
              <a:buSzPts val="1100"/>
              <a:buFont typeface="Arial"/>
              <a:buNone/>
            </a:pPr>
            <a:r>
              <a:rPr lang="en" sz="1300" b="1" dirty="0">
                <a:latin typeface="Arial"/>
                <a:ea typeface="Arial"/>
                <a:cs typeface="Arial"/>
                <a:sym typeface="Arial"/>
              </a:rPr>
              <a:t>How Handlers Work</a:t>
            </a:r>
            <a:endParaRPr sz="1300" b="1" dirty="0">
              <a:latin typeface="Arial"/>
              <a:ea typeface="Arial"/>
              <a:cs typeface="Arial"/>
              <a:sym typeface="Arial"/>
            </a:endParaRPr>
          </a:p>
          <a:p>
            <a:pPr marL="457200" lvl="0" indent="-298450" algn="l" rtl="0">
              <a:spcBef>
                <a:spcPts val="1200"/>
              </a:spcBef>
              <a:spcAft>
                <a:spcPts val="0"/>
              </a:spcAft>
              <a:buSzPts val="1100"/>
              <a:buFont typeface="Arial"/>
              <a:buAutoNum type="arabicPeriod"/>
            </a:pPr>
            <a:r>
              <a:rPr lang="en" sz="1100" dirty="0">
                <a:latin typeface="Arial"/>
                <a:ea typeface="Arial"/>
                <a:cs typeface="Arial"/>
                <a:sym typeface="Arial"/>
              </a:rPr>
              <a:t>Define a handler in the </a:t>
            </a:r>
            <a:r>
              <a:rPr lang="en" sz="1100" dirty="0">
                <a:solidFill>
                  <a:srgbClr val="188038"/>
                </a:solidFill>
                <a:latin typeface="Roboto Mono"/>
                <a:ea typeface="Roboto Mono"/>
                <a:cs typeface="Roboto Mono"/>
                <a:sym typeface="Roboto Mono"/>
              </a:rPr>
              <a:t>handlers</a:t>
            </a:r>
            <a:r>
              <a:rPr lang="en" sz="1100" dirty="0">
                <a:latin typeface="Arial"/>
                <a:ea typeface="Arial"/>
                <a:cs typeface="Arial"/>
                <a:sym typeface="Arial"/>
              </a:rPr>
              <a:t> section of a Playbook.</a:t>
            </a:r>
            <a:endParaRPr sz="1100" dirty="0">
              <a:latin typeface="Arial"/>
              <a:ea typeface="Arial"/>
              <a:cs typeface="Arial"/>
              <a:sym typeface="Arial"/>
            </a:endParaRPr>
          </a:p>
          <a:p>
            <a:pPr marL="457200" lvl="0" indent="-298450" algn="l" rtl="0">
              <a:spcBef>
                <a:spcPts val="0"/>
              </a:spcBef>
              <a:spcAft>
                <a:spcPts val="0"/>
              </a:spcAft>
              <a:buSzPts val="1100"/>
              <a:buFont typeface="Arial"/>
              <a:buAutoNum type="arabicPeriod"/>
            </a:pPr>
            <a:r>
              <a:rPr lang="en" sz="1100" dirty="0">
                <a:latin typeface="Arial"/>
                <a:ea typeface="Arial"/>
                <a:cs typeface="Arial"/>
                <a:sym typeface="Arial"/>
              </a:rPr>
              <a:t>Call the handler using the </a:t>
            </a:r>
            <a:r>
              <a:rPr lang="en" sz="1100" b="1" dirty="0">
                <a:solidFill>
                  <a:srgbClr val="188038"/>
                </a:solidFill>
                <a:latin typeface="Roboto Mono"/>
                <a:ea typeface="Roboto Mono"/>
                <a:cs typeface="Roboto Mono"/>
                <a:sym typeface="Roboto Mono"/>
              </a:rPr>
              <a:t>notify</a:t>
            </a:r>
            <a:r>
              <a:rPr lang="en" sz="1100" dirty="0">
                <a:latin typeface="Arial"/>
                <a:ea typeface="Arial"/>
                <a:cs typeface="Arial"/>
                <a:sym typeface="Arial"/>
              </a:rPr>
              <a:t> directive in a task.</a:t>
            </a:r>
            <a:endParaRPr sz="1100" dirty="0">
              <a:latin typeface="Arial"/>
              <a:ea typeface="Arial"/>
              <a:cs typeface="Arial"/>
              <a:sym typeface="Arial"/>
            </a:endParaRPr>
          </a:p>
          <a:p>
            <a:pPr marL="457200" lvl="0" indent="-298450" algn="l" rtl="0">
              <a:spcBef>
                <a:spcPts val="0"/>
              </a:spcBef>
              <a:spcAft>
                <a:spcPts val="0"/>
              </a:spcAft>
              <a:buSzPts val="1100"/>
              <a:buFont typeface="Arial"/>
              <a:buAutoNum type="arabicPeriod"/>
            </a:pPr>
            <a:r>
              <a:rPr lang="en" sz="1100" dirty="0">
                <a:latin typeface="Arial"/>
                <a:ea typeface="Arial"/>
                <a:cs typeface="Arial"/>
                <a:sym typeface="Arial"/>
              </a:rPr>
              <a:t>Handlers are executed at the </a:t>
            </a:r>
            <a:r>
              <a:rPr lang="en" sz="1100" b="1" dirty="0">
                <a:latin typeface="Arial"/>
                <a:ea typeface="Arial"/>
                <a:cs typeface="Arial"/>
                <a:sym typeface="Arial"/>
              </a:rPr>
              <a:t>end of the Playbook execution</a:t>
            </a:r>
            <a:r>
              <a:rPr lang="en" sz="1100" dirty="0">
                <a:latin typeface="Arial"/>
                <a:ea typeface="Arial"/>
                <a:cs typeface="Arial"/>
                <a:sym typeface="Arial"/>
              </a:rPr>
              <a:t>, ensuring all tasks are completed.</a:t>
            </a:r>
            <a:endParaRPr sz="1100" dirty="0">
              <a:latin typeface="Arial"/>
              <a:ea typeface="Arial"/>
              <a:cs typeface="Arial"/>
              <a:sym typeface="Arial"/>
            </a:endParaRPr>
          </a:p>
          <a:p>
            <a:pPr marL="0" marR="0" lvl="0" indent="0" algn="l" rtl="0">
              <a:lnSpc>
                <a:spcPct val="115000"/>
              </a:lnSpc>
              <a:spcBef>
                <a:spcPts val="1200"/>
              </a:spcBef>
              <a:spcAft>
                <a:spcPts val="0"/>
              </a:spcAft>
              <a:buNone/>
            </a:pPr>
            <a:endParaRPr sz="1300" b="1" dirty="0">
              <a:latin typeface="Arial"/>
              <a:ea typeface="Arial"/>
              <a:cs typeface="Arial"/>
              <a:sym typeface="Arial"/>
            </a:endParaRPr>
          </a:p>
          <a:p>
            <a:pPr marL="0" lvl="0" indent="0" algn="l" rtl="0">
              <a:spcBef>
                <a:spcPts val="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11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a:p>
            <a:pPr marL="0" marR="0" lvl="0" indent="0" algn="l" rtl="0">
              <a:lnSpc>
                <a:spcPct val="115000"/>
              </a:lnSpc>
              <a:spcBef>
                <a:spcPts val="1200"/>
              </a:spcBef>
              <a:spcAft>
                <a:spcPts val="0"/>
              </a:spcAft>
              <a:buNone/>
            </a:pPr>
            <a:br>
              <a:rPr lang="en" sz="1100" dirty="0">
                <a:solidFill>
                  <a:srgbClr val="188038"/>
                </a:solidFill>
                <a:latin typeface="Roboto Mono"/>
                <a:ea typeface="Roboto Mono"/>
                <a:cs typeface="Roboto Mono"/>
                <a:sym typeface="Roboto Mono"/>
              </a:rPr>
            </a:br>
            <a:br>
              <a:rPr lang="en" sz="1100" dirty="0">
                <a:solidFill>
                  <a:srgbClr val="188038"/>
                </a:solidFill>
                <a:latin typeface="Roboto Mono"/>
                <a:ea typeface="Roboto Mono"/>
                <a:cs typeface="Roboto Mono"/>
                <a:sym typeface="Roboto Mono"/>
              </a:rPr>
            </a:br>
            <a:endParaRPr sz="11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lvl="0" indent="0" algn="l" rtl="0">
              <a:spcBef>
                <a:spcPts val="0"/>
              </a:spcBef>
              <a:spcAft>
                <a:spcPts val="0"/>
              </a:spcAft>
              <a:buNone/>
            </a:pPr>
            <a:endParaRPr sz="11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lvl="0" indent="0" algn="l" rtl="0">
              <a:spcBef>
                <a:spcPts val="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lvl="0" indent="0" algn="l" rtl="0">
              <a:spcBef>
                <a:spcPts val="0"/>
              </a:spcBef>
              <a:spcAft>
                <a:spcPts val="0"/>
              </a:spcAft>
              <a:buNone/>
            </a:pPr>
            <a:endParaRPr sz="900" dirty="0">
              <a:solidFill>
                <a:srgbClr val="188038"/>
              </a:solidFill>
              <a:latin typeface="Roboto Mono"/>
              <a:ea typeface="Roboto Mono"/>
              <a:cs typeface="Roboto Mono"/>
              <a:sym typeface="Roboto Mon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6"/>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Handlers in Ansible</a:t>
            </a:r>
            <a:endParaRPr/>
          </a:p>
        </p:txBody>
      </p:sp>
      <p:sp>
        <p:nvSpPr>
          <p:cNvPr id="140" name="Google Shape;140;p26"/>
          <p:cNvSpPr txBox="1">
            <a:spLocks noGrp="1"/>
          </p:cNvSpPr>
          <p:nvPr>
            <p:ph type="body" idx="1"/>
          </p:nvPr>
        </p:nvSpPr>
        <p:spPr>
          <a:xfrm>
            <a:off x="311700" y="915350"/>
            <a:ext cx="6811800" cy="33972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1300" b="1">
                <a:latin typeface="Arial"/>
                <a:ea typeface="Arial"/>
                <a:cs typeface="Arial"/>
                <a:sym typeface="Arial"/>
              </a:rPr>
              <a:t>Example: Using Handlers</a:t>
            </a:r>
            <a:endParaRPr sz="1100">
              <a:latin typeface="Arial"/>
              <a:ea typeface="Arial"/>
              <a:cs typeface="Arial"/>
              <a:sym typeface="Arial"/>
            </a:endParaRPr>
          </a:p>
          <a:p>
            <a:pPr marL="0" marR="0" lvl="0" indent="0" algn="l" rtl="0">
              <a:lnSpc>
                <a:spcPct val="115000"/>
              </a:lnSpc>
              <a:spcBef>
                <a:spcPts val="400"/>
              </a:spcBef>
              <a:spcAft>
                <a:spcPts val="0"/>
              </a:spcAft>
              <a:buNone/>
            </a:pPr>
            <a:r>
              <a:rPr lang="en" sz="900">
                <a:solidFill>
                  <a:srgbClr val="188038"/>
                </a:solidFill>
                <a:latin typeface="Roboto Mono"/>
                <a:ea typeface="Roboto Mono"/>
                <a:cs typeface="Roboto Mono"/>
                <a:sym typeface="Roboto Mono"/>
              </a:rPr>
              <a:t>- name: Configure and Manage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hosts: all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tasks: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name: Deploy Nginx configuration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template: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src: templates/nginx.conf.j2</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dest: /etc/nginx/nginx.conf</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notify:</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restart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handlers: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name: restart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service: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restarted</a:t>
            </a:r>
            <a:endParaRPr sz="1300" b="1">
              <a:latin typeface="Arial"/>
              <a:ea typeface="Arial"/>
              <a:cs typeface="Arial"/>
              <a:sym typeface="Arial"/>
            </a:endParaRPr>
          </a:p>
          <a:p>
            <a:pPr marL="0" marR="0" lvl="0" indent="0" algn="l" rtl="0">
              <a:lnSpc>
                <a:spcPct val="115000"/>
              </a:lnSpc>
              <a:spcBef>
                <a:spcPts val="0"/>
              </a:spcBef>
              <a:spcAft>
                <a:spcPts val="0"/>
              </a:spcAft>
              <a:buNone/>
            </a:pPr>
            <a:endParaRPr sz="13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11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1200"/>
              </a:spcBef>
              <a:spcAft>
                <a:spcPts val="0"/>
              </a:spcAft>
              <a:buNone/>
            </a:pPr>
            <a:endParaRPr sz="1100">
              <a:latin typeface="Arial"/>
              <a:ea typeface="Arial"/>
              <a:cs typeface="Arial"/>
              <a:sym typeface="Arial"/>
            </a:endParaRPr>
          </a:p>
          <a:p>
            <a:pPr marL="0" marR="0" lvl="0" indent="0" algn="l" rtl="0">
              <a:lnSpc>
                <a:spcPct val="115000"/>
              </a:lnSpc>
              <a:spcBef>
                <a:spcPts val="1200"/>
              </a:spcBef>
              <a:spcAft>
                <a:spcPts val="0"/>
              </a:spcAft>
              <a:buNone/>
            </a:pPr>
            <a:br>
              <a:rPr lang="en" sz="1100">
                <a:solidFill>
                  <a:srgbClr val="188038"/>
                </a:solidFill>
                <a:latin typeface="Roboto Mono"/>
                <a:ea typeface="Roboto Mono"/>
                <a:cs typeface="Roboto Mono"/>
                <a:sym typeface="Roboto Mono"/>
              </a:rPr>
            </a:b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44"/>
        <p:cNvGrpSpPr/>
        <p:nvPr/>
      </p:nvGrpSpPr>
      <p:grpSpPr>
        <a:xfrm>
          <a:off x="0" y="0"/>
          <a:ext cx="0" cy="0"/>
          <a:chOff x="0" y="0"/>
          <a:chExt cx="0" cy="0"/>
        </a:xfrm>
      </p:grpSpPr>
      <p:sp>
        <p:nvSpPr>
          <p:cNvPr id="145" name="Google Shape;145;p27"/>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Tags in Ansible</a:t>
            </a:r>
            <a:endParaRPr/>
          </a:p>
        </p:txBody>
      </p:sp>
      <p:sp>
        <p:nvSpPr>
          <p:cNvPr id="146" name="Google Shape;146;p27"/>
          <p:cNvSpPr txBox="1">
            <a:spLocks noGrp="1"/>
          </p:cNvSpPr>
          <p:nvPr>
            <p:ph type="body" idx="1"/>
          </p:nvPr>
        </p:nvSpPr>
        <p:spPr>
          <a:xfrm>
            <a:off x="311700" y="915350"/>
            <a:ext cx="68118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100" dirty="0">
                <a:latin typeface="Arial"/>
                <a:ea typeface="Arial"/>
                <a:cs typeface="Arial"/>
                <a:sym typeface="Arial"/>
              </a:rPr>
              <a:t>Tags in Ansible allow you to execute specific tasks, plays, or roles within a playbook without running the entire playbook. Tags are useful when you want to limit the execution to a subset of tasks or plays, especially in larger playbooks, making them more efficient.</a:t>
            </a:r>
            <a:endParaRPr sz="1100" dirty="0">
              <a:latin typeface="Arial"/>
              <a:ea typeface="Arial"/>
              <a:cs typeface="Arial"/>
              <a:sym typeface="Arial"/>
            </a:endParaRPr>
          </a:p>
          <a:p>
            <a:pPr marL="0" lvl="0" indent="0" algn="l" rtl="0">
              <a:spcBef>
                <a:spcPts val="1400"/>
              </a:spcBef>
              <a:spcAft>
                <a:spcPts val="0"/>
              </a:spcAft>
              <a:buClr>
                <a:schemeClr val="dk1"/>
              </a:buClr>
              <a:buSzPts val="1100"/>
              <a:buFont typeface="Arial"/>
              <a:buNone/>
            </a:pPr>
            <a:r>
              <a:rPr lang="en" sz="1300" b="1" dirty="0">
                <a:latin typeface="Arial"/>
                <a:ea typeface="Arial"/>
                <a:cs typeface="Arial"/>
                <a:sym typeface="Arial"/>
              </a:rPr>
              <a:t>Key Concepts of Tags:</a:t>
            </a:r>
            <a:endParaRPr sz="1300" b="1" dirty="0">
              <a:latin typeface="Arial"/>
              <a:ea typeface="Arial"/>
              <a:cs typeface="Arial"/>
              <a:sym typeface="Arial"/>
            </a:endParaRPr>
          </a:p>
          <a:p>
            <a:pPr marL="457200" lvl="0" indent="-298450" algn="l" rtl="0">
              <a:spcBef>
                <a:spcPts val="1200"/>
              </a:spcBef>
              <a:spcAft>
                <a:spcPts val="0"/>
              </a:spcAft>
              <a:buSzPts val="1100"/>
              <a:buFont typeface="Arial"/>
              <a:buAutoNum type="arabicPeriod"/>
            </a:pPr>
            <a:r>
              <a:rPr lang="en" sz="1100" b="1" dirty="0">
                <a:latin typeface="Arial"/>
                <a:ea typeface="Arial"/>
                <a:cs typeface="Arial"/>
                <a:sym typeface="Arial"/>
              </a:rPr>
              <a:t>Task-level Tagging:</a:t>
            </a:r>
            <a:endParaRPr sz="1100" b="1" dirty="0">
              <a:latin typeface="Arial"/>
              <a:ea typeface="Arial"/>
              <a:cs typeface="Arial"/>
              <a:sym typeface="Arial"/>
            </a:endParaRPr>
          </a:p>
          <a:p>
            <a:pPr marL="914400" lvl="1" indent="-298450" algn="l" rtl="0">
              <a:spcBef>
                <a:spcPts val="0"/>
              </a:spcBef>
              <a:spcAft>
                <a:spcPts val="0"/>
              </a:spcAft>
              <a:buSzPts val="1100"/>
              <a:buFont typeface="Arial"/>
              <a:buChar char="○"/>
            </a:pPr>
            <a:r>
              <a:rPr lang="en" sz="1100" dirty="0">
                <a:latin typeface="Arial"/>
                <a:ea typeface="Arial"/>
                <a:cs typeface="Arial"/>
                <a:sym typeface="Arial"/>
              </a:rPr>
              <a:t>You can apply tags to individual tasks to control whether they should run.</a:t>
            </a:r>
            <a:endParaRPr sz="1100" dirty="0">
              <a:latin typeface="Arial"/>
              <a:ea typeface="Arial"/>
              <a:cs typeface="Arial"/>
              <a:sym typeface="Arial"/>
            </a:endParaRPr>
          </a:p>
          <a:p>
            <a:pPr marL="914400" lvl="1" indent="-298450" algn="l" rtl="0">
              <a:spcBef>
                <a:spcPts val="0"/>
              </a:spcBef>
              <a:spcAft>
                <a:spcPts val="0"/>
              </a:spcAft>
              <a:buSzPts val="1100"/>
              <a:buFont typeface="Arial"/>
              <a:buChar char="○"/>
            </a:pPr>
            <a:r>
              <a:rPr lang="en" sz="1100" dirty="0">
                <a:latin typeface="Arial"/>
                <a:ea typeface="Arial"/>
                <a:cs typeface="Arial"/>
                <a:sym typeface="Arial"/>
              </a:rPr>
              <a:t>Tags are especially helpful in large playbooks with many tasks, where you only want to run certain tasks.</a:t>
            </a:r>
            <a:endParaRPr sz="1100" dirty="0">
              <a:latin typeface="Arial"/>
              <a:ea typeface="Arial"/>
              <a:cs typeface="Arial"/>
              <a:sym typeface="Arial"/>
            </a:endParaRPr>
          </a:p>
          <a:p>
            <a:pPr marL="457200" lvl="0" indent="-298450" algn="l" rtl="0">
              <a:spcBef>
                <a:spcPts val="0"/>
              </a:spcBef>
              <a:spcAft>
                <a:spcPts val="0"/>
              </a:spcAft>
              <a:buSzPts val="1100"/>
              <a:buFont typeface="Arial"/>
              <a:buAutoNum type="arabicPeriod"/>
            </a:pPr>
            <a:r>
              <a:rPr lang="en" sz="1100" b="1" dirty="0">
                <a:latin typeface="Arial"/>
                <a:ea typeface="Arial"/>
                <a:cs typeface="Arial"/>
                <a:sym typeface="Arial"/>
              </a:rPr>
              <a:t>Play-level Tagging:</a:t>
            </a:r>
            <a:endParaRPr sz="1100" b="1" dirty="0">
              <a:latin typeface="Arial"/>
              <a:ea typeface="Arial"/>
              <a:cs typeface="Arial"/>
              <a:sym typeface="Arial"/>
            </a:endParaRPr>
          </a:p>
          <a:p>
            <a:pPr marL="914400" lvl="1" indent="-298450" algn="l" rtl="0">
              <a:spcBef>
                <a:spcPts val="0"/>
              </a:spcBef>
              <a:spcAft>
                <a:spcPts val="0"/>
              </a:spcAft>
              <a:buSzPts val="1100"/>
              <a:buFont typeface="Arial"/>
              <a:buChar char="○"/>
            </a:pPr>
            <a:r>
              <a:rPr lang="en" sz="1100" dirty="0">
                <a:latin typeface="Arial"/>
                <a:ea typeface="Arial"/>
                <a:cs typeface="Arial"/>
                <a:sym typeface="Arial"/>
              </a:rPr>
              <a:t>You can also tag entire plays. This is useful when you want to control which set of plays to run.</a:t>
            </a:r>
            <a:endParaRPr sz="1100" dirty="0">
              <a:latin typeface="Arial"/>
              <a:ea typeface="Arial"/>
              <a:cs typeface="Arial"/>
              <a:sym typeface="Arial"/>
            </a:endParaRPr>
          </a:p>
          <a:p>
            <a:pPr marL="0" lvl="0" indent="0" algn="l" rtl="0">
              <a:spcBef>
                <a:spcPts val="1200"/>
              </a:spcBef>
              <a:spcAft>
                <a:spcPts val="0"/>
              </a:spcAft>
              <a:buNone/>
            </a:pPr>
            <a:endParaRPr sz="1300" b="1" dirty="0">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0"/>
        <p:cNvGrpSpPr/>
        <p:nvPr/>
      </p:nvGrpSpPr>
      <p:grpSpPr>
        <a:xfrm>
          <a:off x="0" y="0"/>
          <a:ext cx="0" cy="0"/>
          <a:chOff x="0" y="0"/>
          <a:chExt cx="0" cy="0"/>
        </a:xfrm>
      </p:grpSpPr>
      <p:sp>
        <p:nvSpPr>
          <p:cNvPr id="151" name="Google Shape;151;p28"/>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Tags in Ansible</a:t>
            </a:r>
            <a:endParaRPr/>
          </a:p>
        </p:txBody>
      </p:sp>
      <p:sp>
        <p:nvSpPr>
          <p:cNvPr id="152" name="Google Shape;152;p28"/>
          <p:cNvSpPr txBox="1">
            <a:spLocks noGrp="1"/>
          </p:cNvSpPr>
          <p:nvPr>
            <p:ph type="body" idx="1"/>
          </p:nvPr>
        </p:nvSpPr>
        <p:spPr>
          <a:xfrm>
            <a:off x="311700" y="915350"/>
            <a:ext cx="6811800" cy="37437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100" b="1" dirty="0">
                <a:latin typeface="Arial"/>
                <a:ea typeface="Arial"/>
                <a:cs typeface="Arial"/>
                <a:sym typeface="Arial"/>
              </a:rPr>
              <a:t>1. Tagging Tasks:</a:t>
            </a:r>
            <a:endParaRPr sz="1100" b="1" dirty="0">
              <a:latin typeface="Arial"/>
              <a:ea typeface="Arial"/>
              <a:cs typeface="Arial"/>
              <a:sym typeface="Arial"/>
            </a:endParaRPr>
          </a:p>
          <a:p>
            <a:pPr marL="0" lvl="0" indent="0" algn="l" rtl="0">
              <a:spcBef>
                <a:spcPts val="1200"/>
              </a:spcBef>
              <a:spcAft>
                <a:spcPts val="0"/>
              </a:spcAft>
              <a:buClr>
                <a:schemeClr val="dk1"/>
              </a:buClr>
              <a:buSzPts val="1100"/>
              <a:buFont typeface="Arial"/>
              <a:buNone/>
            </a:pPr>
            <a:r>
              <a:rPr lang="en" sz="1100" dirty="0">
                <a:latin typeface="Arial"/>
                <a:ea typeface="Arial"/>
                <a:cs typeface="Arial"/>
                <a:sym typeface="Arial"/>
              </a:rPr>
              <a:t>To tag a task, use the </a:t>
            </a:r>
            <a:r>
              <a:rPr lang="en" sz="1100" dirty="0">
                <a:solidFill>
                  <a:srgbClr val="188038"/>
                </a:solidFill>
                <a:latin typeface="Roboto Mono"/>
                <a:ea typeface="Roboto Mono"/>
                <a:cs typeface="Roboto Mono"/>
                <a:sym typeface="Roboto Mono"/>
              </a:rPr>
              <a:t>tags</a:t>
            </a:r>
            <a:r>
              <a:rPr lang="en" sz="1100" dirty="0">
                <a:latin typeface="Arial"/>
                <a:ea typeface="Arial"/>
                <a:cs typeface="Arial"/>
                <a:sym typeface="Arial"/>
              </a:rPr>
              <a:t> directive within the task.</a:t>
            </a:r>
            <a:endParaRPr sz="1100" dirty="0">
              <a:latin typeface="Arial"/>
              <a:ea typeface="Arial"/>
              <a:cs typeface="Arial"/>
              <a:sym typeface="Arial"/>
            </a:endParaRPr>
          </a:p>
          <a:p>
            <a:pPr marL="0" marR="0" lvl="0" indent="0" algn="l" rtl="0">
              <a:lnSpc>
                <a:spcPct val="115000"/>
              </a:lnSpc>
              <a:spcBef>
                <a:spcPts val="1200"/>
              </a:spcBef>
              <a:spcAft>
                <a:spcPts val="0"/>
              </a:spcAft>
              <a:buNone/>
            </a:pPr>
            <a:r>
              <a:rPr lang="en" sz="900" dirty="0">
                <a:solidFill>
                  <a:srgbClr val="188038"/>
                </a:solidFill>
                <a:latin typeface="Roboto Mono"/>
                <a:ea typeface="Roboto Mono"/>
                <a:cs typeface="Roboto Mono"/>
                <a:sym typeface="Roboto Mono"/>
              </a:rPr>
              <a:t>- name: Install Apache web server</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apt: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name: apache2</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state: present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tags: </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install</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apache</a:t>
            </a:r>
            <a:endParaRPr sz="1100" dirty="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dirty="0">
              <a:latin typeface="Arial"/>
              <a:ea typeface="Arial"/>
              <a:cs typeface="Arial"/>
              <a:sym typeface="Arial"/>
            </a:endParaRPr>
          </a:p>
          <a:p>
            <a:pPr marL="0" lvl="0" indent="0" algn="l" rtl="0">
              <a:spcBef>
                <a:spcPts val="1200"/>
              </a:spcBef>
              <a:spcAft>
                <a:spcPts val="0"/>
              </a:spcAft>
              <a:buNone/>
            </a:pPr>
            <a:r>
              <a:rPr lang="en" sz="1100" dirty="0">
                <a:latin typeface="Arial"/>
                <a:ea typeface="Arial"/>
                <a:cs typeface="Arial"/>
                <a:sym typeface="Arial"/>
              </a:rPr>
              <a:t>In this example, the task is tagged with </a:t>
            </a:r>
            <a:r>
              <a:rPr lang="en" sz="1100" dirty="0">
                <a:solidFill>
                  <a:srgbClr val="188038"/>
                </a:solidFill>
                <a:latin typeface="Roboto Mono"/>
                <a:ea typeface="Roboto Mono"/>
                <a:cs typeface="Roboto Mono"/>
                <a:sym typeface="Roboto Mono"/>
              </a:rPr>
              <a:t>install</a:t>
            </a:r>
            <a:r>
              <a:rPr lang="en" sz="1100" dirty="0">
                <a:latin typeface="Arial"/>
                <a:ea typeface="Arial"/>
                <a:cs typeface="Arial"/>
                <a:sym typeface="Arial"/>
              </a:rPr>
              <a:t> and </a:t>
            </a:r>
            <a:r>
              <a:rPr lang="en" sz="1100" dirty="0">
                <a:solidFill>
                  <a:srgbClr val="188038"/>
                </a:solidFill>
                <a:latin typeface="Roboto Mono"/>
                <a:ea typeface="Roboto Mono"/>
                <a:cs typeface="Roboto Mono"/>
                <a:sym typeface="Roboto Mono"/>
              </a:rPr>
              <a:t>apache</a:t>
            </a:r>
            <a:r>
              <a:rPr lang="en" sz="1100" dirty="0">
                <a:latin typeface="Arial"/>
                <a:ea typeface="Arial"/>
                <a:cs typeface="Arial"/>
                <a:sym typeface="Arial"/>
              </a:rPr>
              <a:t>. You can then use these tags to run or skip the task during playbook execution.</a:t>
            </a:r>
            <a:br>
              <a:rPr lang="en" sz="1100" dirty="0">
                <a:latin typeface="Arial"/>
                <a:ea typeface="Arial"/>
                <a:cs typeface="Arial"/>
                <a:sym typeface="Arial"/>
              </a:rPr>
            </a:br>
            <a:r>
              <a:rPr lang="en" sz="900" dirty="0">
                <a:solidFill>
                  <a:srgbClr val="188038"/>
                </a:solidFill>
                <a:latin typeface="Roboto Mono"/>
                <a:ea typeface="Roboto Mono"/>
                <a:cs typeface="Roboto Mono"/>
                <a:sym typeface="Roboto Mono"/>
              </a:rPr>
              <a:t>ansible-playbook playbook.yml --tags "apache"</a:t>
            </a:r>
            <a:endParaRPr sz="900" dirty="0">
              <a:solidFill>
                <a:srgbClr val="188038"/>
              </a:solidFill>
              <a:latin typeface="Roboto Mono"/>
              <a:ea typeface="Roboto Mono"/>
              <a:cs typeface="Roboto Mono"/>
              <a:sym typeface="Roboto Mono"/>
            </a:endParaRPr>
          </a:p>
          <a:p>
            <a:pPr marL="0" lvl="0" indent="0" algn="l" rtl="0">
              <a:spcBef>
                <a:spcPts val="1200"/>
              </a:spcBef>
              <a:spcAft>
                <a:spcPts val="0"/>
              </a:spcAft>
              <a:buNone/>
            </a:pPr>
            <a:r>
              <a:rPr lang="en" sz="1100" dirty="0">
                <a:latin typeface="Arial"/>
                <a:ea typeface="Arial"/>
                <a:cs typeface="Arial"/>
                <a:sym typeface="Arial"/>
              </a:rPr>
              <a:t>To Skip the particular tasks</a:t>
            </a:r>
            <a:endParaRPr sz="900" dirty="0">
              <a:solidFill>
                <a:srgbClr val="188038"/>
              </a:solidFill>
              <a:latin typeface="Roboto Mono"/>
              <a:ea typeface="Roboto Mono"/>
              <a:cs typeface="Roboto Mono"/>
              <a:sym typeface="Roboto Mono"/>
            </a:endParaRPr>
          </a:p>
          <a:p>
            <a:pPr marL="0" lvl="0" indent="0" algn="l" rtl="0">
              <a:spcBef>
                <a:spcPts val="1200"/>
              </a:spcBef>
              <a:spcAft>
                <a:spcPts val="0"/>
              </a:spcAft>
              <a:buClr>
                <a:schemeClr val="dk1"/>
              </a:buClr>
              <a:buSzPts val="1100"/>
              <a:buFont typeface="Arial"/>
              <a:buNone/>
            </a:pPr>
            <a:r>
              <a:rPr lang="en" sz="900" dirty="0">
                <a:solidFill>
                  <a:srgbClr val="188038"/>
                </a:solidFill>
                <a:latin typeface="Roboto Mono"/>
                <a:ea typeface="Roboto Mono"/>
                <a:cs typeface="Roboto Mono"/>
                <a:sym typeface="Roboto Mono"/>
              </a:rPr>
              <a:t>ansible-playbook playbook.yml --skip-tags "apache"</a:t>
            </a:r>
            <a:endParaRPr sz="1100"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9"/>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Looping</a:t>
            </a:r>
            <a:endParaRPr/>
          </a:p>
        </p:txBody>
      </p:sp>
      <p:sp>
        <p:nvSpPr>
          <p:cNvPr id="158" name="Google Shape;158;p29"/>
          <p:cNvSpPr txBox="1">
            <a:spLocks noGrp="1"/>
          </p:cNvSpPr>
          <p:nvPr>
            <p:ph type="body" idx="1"/>
          </p:nvPr>
        </p:nvSpPr>
        <p:spPr>
          <a:xfrm>
            <a:off x="311700" y="1058225"/>
            <a:ext cx="48249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b="1">
                <a:latin typeface="Arial"/>
                <a:ea typeface="Arial"/>
                <a:cs typeface="Arial"/>
                <a:sym typeface="Arial"/>
              </a:rPr>
              <a:t>Install Multiple Packages using loop</a:t>
            </a:r>
            <a:endParaRPr sz="1100">
              <a:latin typeface="Arial"/>
              <a:ea typeface="Arial"/>
              <a:cs typeface="Arial"/>
              <a:sym typeface="Arial"/>
            </a:endParaRPr>
          </a:p>
          <a:p>
            <a:pPr marL="0" marR="0" lvl="0" indent="0" algn="l" rtl="0">
              <a:lnSpc>
                <a:spcPct val="115000"/>
              </a:lnSpc>
              <a:spcBef>
                <a:spcPts val="1200"/>
              </a:spcBef>
              <a:spcAft>
                <a:spcPts val="0"/>
              </a:spcAft>
              <a:buNone/>
            </a:pPr>
            <a:r>
              <a:rPr lang="en" sz="900">
                <a:solidFill>
                  <a:srgbClr val="188038"/>
                </a:solidFill>
                <a:latin typeface="Roboto Mono"/>
                <a:ea typeface="Roboto Mono"/>
                <a:cs typeface="Roboto Mono"/>
                <a:sym typeface="Roboto Mono"/>
              </a:rPr>
              <a:t>- name: Install multiple packages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yum:</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 item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present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loop:</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unzip</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telnet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wget</a:t>
            </a:r>
            <a:endParaRPr sz="1100">
              <a:solidFill>
                <a:srgbClr val="188038"/>
              </a:solidFill>
              <a:latin typeface="Roboto Mono"/>
              <a:ea typeface="Roboto Mono"/>
              <a:cs typeface="Roboto Mono"/>
              <a:sym typeface="Roboto Mono"/>
            </a:endParaRPr>
          </a:p>
          <a:p>
            <a:pPr marL="0" lvl="0" indent="0" algn="l" rtl="0">
              <a:spcBef>
                <a:spcPts val="1400"/>
              </a:spcBef>
              <a:spcAft>
                <a:spcPts val="0"/>
              </a:spcAft>
              <a:buNone/>
            </a:pPr>
            <a:r>
              <a:rPr lang="en" sz="1300" b="1">
                <a:latin typeface="Arial"/>
                <a:ea typeface="Arial"/>
                <a:cs typeface="Arial"/>
                <a:sym typeface="Arial"/>
              </a:rPr>
              <a:t> Copying Files</a:t>
            </a:r>
            <a:endParaRPr sz="1100">
              <a:latin typeface="Arial"/>
              <a:ea typeface="Arial"/>
              <a:cs typeface="Arial"/>
              <a:sym typeface="Arial"/>
            </a:endParaRPr>
          </a:p>
          <a:p>
            <a:pPr marL="0" marR="0" lvl="0" indent="0" algn="l" rtl="0">
              <a:lnSpc>
                <a:spcPct val="115000"/>
              </a:lnSpc>
              <a:spcBef>
                <a:spcPts val="400"/>
              </a:spcBef>
              <a:spcAft>
                <a:spcPts val="0"/>
              </a:spcAft>
              <a:buNone/>
            </a:pPr>
            <a:r>
              <a:rPr lang="en" sz="900">
                <a:solidFill>
                  <a:srgbClr val="188038"/>
                </a:solidFill>
                <a:latin typeface="Roboto Mono"/>
                <a:ea typeface="Roboto Mono"/>
                <a:cs typeface="Roboto Mono"/>
                <a:sym typeface="Roboto Mono"/>
              </a:rPr>
              <a:t>- name: Copy files to destination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copy:</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src: "{{ item.src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dest: "{{ item.dest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loop:</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 src: /src/file1.txt, dest: /dest/file1.txt }</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 src: /src/file2.txt, dest: /dest/file2.txt }</a:t>
            </a:r>
            <a:endParaRPr sz="1100">
              <a:solidFill>
                <a:srgbClr val="188038"/>
              </a:solidFill>
              <a:latin typeface="Roboto Mono"/>
              <a:ea typeface="Roboto Mono"/>
              <a:cs typeface="Roboto Mono"/>
              <a:sym typeface="Roboto Mono"/>
            </a:endParaRPr>
          </a:p>
          <a:p>
            <a:pPr marL="0" lvl="0" indent="0" algn="l" rtl="0">
              <a:spcBef>
                <a:spcPts val="0"/>
              </a:spcBef>
              <a:spcAft>
                <a:spcPts val="0"/>
              </a:spcAft>
              <a:buClr>
                <a:schemeClr val="dk1"/>
              </a:buClr>
              <a:buSzPts val="1100"/>
              <a:buFont typeface="Arial"/>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0"/>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Looping</a:t>
            </a:r>
            <a:endParaRPr/>
          </a:p>
        </p:txBody>
      </p:sp>
      <p:sp>
        <p:nvSpPr>
          <p:cNvPr id="164" name="Google Shape;164;p30"/>
          <p:cNvSpPr txBox="1">
            <a:spLocks noGrp="1"/>
          </p:cNvSpPr>
          <p:nvPr>
            <p:ph type="body" idx="1"/>
          </p:nvPr>
        </p:nvSpPr>
        <p:spPr>
          <a:xfrm>
            <a:off x="311700" y="1058225"/>
            <a:ext cx="48249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b="1" dirty="0">
                <a:latin typeface="Arial"/>
                <a:ea typeface="Arial"/>
                <a:cs typeface="Arial"/>
                <a:sym typeface="Arial"/>
              </a:rPr>
              <a:t>Iterating Over Registered Variables</a:t>
            </a:r>
            <a:endParaRPr sz="1100" b="1" dirty="0">
              <a:latin typeface="Arial"/>
              <a:ea typeface="Arial"/>
              <a:cs typeface="Arial"/>
              <a:sym typeface="Arial"/>
            </a:endParaRPr>
          </a:p>
          <a:p>
            <a:pPr marL="0" lvl="0" indent="0" algn="l" rtl="0">
              <a:spcBef>
                <a:spcPts val="1200"/>
              </a:spcBef>
              <a:spcAft>
                <a:spcPts val="0"/>
              </a:spcAft>
              <a:buNone/>
            </a:pPr>
            <a:r>
              <a:rPr lang="en" sz="1100" dirty="0">
                <a:latin typeface="Arial"/>
                <a:ea typeface="Arial"/>
                <a:cs typeface="Arial"/>
                <a:sym typeface="Arial"/>
              </a:rPr>
              <a:t>Use loops with data gathered dynamically.</a:t>
            </a:r>
            <a:endParaRPr sz="1100" dirty="0">
              <a:latin typeface="Arial"/>
              <a:ea typeface="Arial"/>
              <a:cs typeface="Arial"/>
              <a:sym typeface="Arial"/>
            </a:endParaRPr>
          </a:p>
          <a:p>
            <a:pPr marL="0" marR="0" lvl="0" indent="0" algn="l" rtl="0">
              <a:lnSpc>
                <a:spcPct val="115000"/>
              </a:lnSpc>
              <a:spcBef>
                <a:spcPts val="1200"/>
              </a:spcBef>
              <a:spcAft>
                <a:spcPts val="0"/>
              </a:spcAft>
              <a:buNone/>
            </a:pPr>
            <a:r>
              <a:rPr lang="en" sz="900" dirty="0">
                <a:solidFill>
                  <a:srgbClr val="188038"/>
                </a:solidFill>
                <a:latin typeface="Roboto Mono"/>
                <a:ea typeface="Roboto Mono"/>
                <a:cs typeface="Roboto Mono"/>
                <a:sym typeface="Roboto Mono"/>
              </a:rPr>
              <a:t>- name: Fetch all files in a directory</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shell: ls /path/to/files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register: file_list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name: Print each file name</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debug:</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msg: "File: {{ item }}"</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loop: "{{ file_list.stdout_lines }}</a:t>
            </a:r>
            <a:r>
              <a:rPr lang="en" sz="1100" dirty="0">
                <a:solidFill>
                  <a:srgbClr val="188038"/>
                </a:solidFill>
                <a:latin typeface="Roboto Mono"/>
                <a:ea typeface="Roboto Mono"/>
                <a:cs typeface="Roboto Mono"/>
                <a:sym typeface="Roboto Mono"/>
              </a:rPr>
              <a:t>"</a:t>
            </a:r>
            <a:endParaRPr sz="11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lvl="0" indent="0" algn="l" rtl="0">
              <a:spcBef>
                <a:spcPts val="0"/>
              </a:spcBef>
              <a:spcAft>
                <a:spcPts val="0"/>
              </a:spcAft>
              <a:buNone/>
            </a:pPr>
            <a:endParaRPr sz="11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a:p>
            <a:pPr marL="0" lvl="0" indent="0" algn="l" rtl="0">
              <a:spcBef>
                <a:spcPts val="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900" dirty="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dirty="0">
              <a:latin typeface="Arial"/>
              <a:ea typeface="Arial"/>
              <a:cs typeface="Arial"/>
              <a:sym typeface="Arial"/>
            </a:endParaRPr>
          </a:p>
          <a:p>
            <a:pPr marL="0" lvl="0" indent="0" algn="l" rtl="0">
              <a:spcBef>
                <a:spcPts val="0"/>
              </a:spcBef>
              <a:spcAft>
                <a:spcPts val="0"/>
              </a:spcAft>
              <a:buNone/>
            </a:pPr>
            <a:endParaRPr sz="900" dirty="0">
              <a:solidFill>
                <a:srgbClr val="188038"/>
              </a:solidFill>
              <a:latin typeface="Roboto Mono"/>
              <a:ea typeface="Roboto Mono"/>
              <a:cs typeface="Roboto Mono"/>
              <a:sym typeface="Roboto Mono"/>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1"/>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Conditionals</a:t>
            </a:r>
            <a:endParaRPr/>
          </a:p>
        </p:txBody>
      </p:sp>
      <p:sp>
        <p:nvSpPr>
          <p:cNvPr id="170" name="Google Shape;170;p31"/>
          <p:cNvSpPr txBox="1">
            <a:spLocks noGrp="1"/>
          </p:cNvSpPr>
          <p:nvPr>
            <p:ph type="body" idx="1"/>
          </p:nvPr>
        </p:nvSpPr>
        <p:spPr>
          <a:xfrm>
            <a:off x="311700" y="1058225"/>
            <a:ext cx="4824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a:latin typeface="Arial"/>
                <a:ea typeface="Arial"/>
                <a:cs typeface="Arial"/>
                <a:sym typeface="Arial"/>
              </a:rPr>
              <a:t>What are Conditionals?</a:t>
            </a:r>
            <a:endParaRPr sz="1100" b="1">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a:latin typeface="Arial"/>
                <a:ea typeface="Arial"/>
                <a:cs typeface="Arial"/>
                <a:sym typeface="Arial"/>
              </a:rPr>
              <a:t>Enable tasks to execute only when specific conditions are met.</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a:latin typeface="Arial"/>
                <a:ea typeface="Arial"/>
                <a:cs typeface="Arial"/>
                <a:sym typeface="Arial"/>
              </a:rPr>
              <a:t>Help create dynamic, context-aware Playbooks.</a:t>
            </a:r>
            <a:endParaRPr sz="1100">
              <a:latin typeface="Arial"/>
              <a:ea typeface="Arial"/>
              <a:cs typeface="Arial"/>
              <a:sym typeface="Arial"/>
            </a:endParaRPr>
          </a:p>
          <a:p>
            <a:pPr marL="0" lvl="0" indent="0" algn="l" rtl="0">
              <a:spcBef>
                <a:spcPts val="1200"/>
              </a:spcBef>
              <a:spcAft>
                <a:spcPts val="0"/>
              </a:spcAft>
              <a:buNone/>
            </a:pPr>
            <a:r>
              <a:rPr lang="en" sz="1100" b="1">
                <a:latin typeface="Arial"/>
                <a:ea typeface="Arial"/>
                <a:cs typeface="Arial"/>
                <a:sym typeface="Arial"/>
              </a:rPr>
              <a:t>Why Use Conditionals?</a:t>
            </a:r>
            <a:endParaRPr sz="1100" b="1">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a:latin typeface="Arial"/>
                <a:ea typeface="Arial"/>
                <a:cs typeface="Arial"/>
                <a:sym typeface="Arial"/>
              </a:rPr>
              <a:t>Avoid unnecessary actions.</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a:latin typeface="Arial"/>
                <a:ea typeface="Arial"/>
                <a:cs typeface="Arial"/>
                <a:sym typeface="Arial"/>
              </a:rPr>
              <a:t>Ensure tasks adapt to varying environments.</a:t>
            </a:r>
            <a:endParaRPr sz="1100">
              <a:latin typeface="Arial"/>
              <a:ea typeface="Arial"/>
              <a:cs typeface="Arial"/>
              <a:sym typeface="Arial"/>
            </a:endParaRPr>
          </a:p>
          <a:p>
            <a:pPr marL="457200" lvl="0" indent="-298450" algn="l" rtl="0">
              <a:spcBef>
                <a:spcPts val="0"/>
              </a:spcBef>
              <a:spcAft>
                <a:spcPts val="0"/>
              </a:spcAft>
              <a:buSzPts val="1100"/>
              <a:buFont typeface="Arial"/>
              <a:buChar char="●"/>
            </a:pPr>
            <a:r>
              <a:rPr lang="en" sz="1100">
                <a:latin typeface="Arial"/>
                <a:ea typeface="Arial"/>
                <a:cs typeface="Arial"/>
                <a:sym typeface="Arial"/>
              </a:rPr>
              <a:t>Improve Playbook efficiency.</a:t>
            </a:r>
            <a:endParaRPr sz="1100">
              <a:latin typeface="Arial"/>
              <a:ea typeface="Arial"/>
              <a:cs typeface="Arial"/>
              <a:sym typeface="Arial"/>
            </a:endParaRPr>
          </a:p>
          <a:p>
            <a:pPr marL="0" lvl="0" indent="0" algn="l" rtl="0">
              <a:spcBef>
                <a:spcPts val="1200"/>
              </a:spcBef>
              <a:spcAft>
                <a:spcPts val="0"/>
              </a:spcAft>
              <a:buNone/>
            </a:pPr>
            <a:r>
              <a:rPr lang="en" sz="1100" b="1">
                <a:latin typeface="Arial"/>
                <a:ea typeface="Arial"/>
                <a:cs typeface="Arial"/>
                <a:sym typeface="Arial"/>
              </a:rPr>
              <a:t>Basic Syntax</a:t>
            </a:r>
            <a:br>
              <a:rPr lang="en" sz="1100" b="1">
                <a:latin typeface="Arial"/>
                <a:ea typeface="Arial"/>
                <a:cs typeface="Arial"/>
                <a:sym typeface="Arial"/>
              </a:rPr>
            </a:br>
            <a:br>
              <a:rPr lang="en" sz="1100">
                <a:latin typeface="Arial"/>
                <a:ea typeface="Arial"/>
                <a:cs typeface="Arial"/>
                <a:sym typeface="Arial"/>
              </a:rPr>
            </a:br>
            <a:r>
              <a:rPr lang="en" sz="900">
                <a:solidFill>
                  <a:srgbClr val="188038"/>
                </a:solidFill>
                <a:latin typeface="Roboto Mono"/>
                <a:ea typeface="Roboto Mono"/>
                <a:cs typeface="Roboto Mono"/>
                <a:sym typeface="Roboto Mono"/>
              </a:rPr>
              <a:t>tasks: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name: Task description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module_name: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parameter: value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when: condition</a:t>
            </a: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2"/>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Conditionals</a:t>
            </a:r>
            <a:endParaRPr/>
          </a:p>
        </p:txBody>
      </p:sp>
      <p:sp>
        <p:nvSpPr>
          <p:cNvPr id="176" name="Google Shape;176;p32"/>
          <p:cNvSpPr txBox="1">
            <a:spLocks noGrp="1"/>
          </p:cNvSpPr>
          <p:nvPr>
            <p:ph type="body" idx="1"/>
          </p:nvPr>
        </p:nvSpPr>
        <p:spPr>
          <a:xfrm>
            <a:off x="80400" y="1058225"/>
            <a:ext cx="3287400" cy="20850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Clr>
                <a:schemeClr val="dk1"/>
              </a:buClr>
              <a:buSzPts val="1100"/>
              <a:buFont typeface="Arial"/>
              <a:buNone/>
            </a:pPr>
            <a:r>
              <a:rPr lang="en" sz="1100" b="1">
                <a:latin typeface="Arial"/>
                <a:ea typeface="Arial"/>
                <a:cs typeface="Arial"/>
                <a:sym typeface="Arial"/>
              </a:rPr>
              <a:t>Simple Boolean Conditional</a:t>
            </a:r>
            <a:endParaRPr sz="1100">
              <a:latin typeface="Arial"/>
              <a:ea typeface="Arial"/>
              <a:cs typeface="Arial"/>
              <a:sym typeface="Arial"/>
            </a:endParaRPr>
          </a:p>
          <a:p>
            <a:pPr marL="0" marR="0" lvl="0" indent="0" algn="l" rtl="0">
              <a:lnSpc>
                <a:spcPct val="115000"/>
              </a:lnSpc>
              <a:spcBef>
                <a:spcPts val="200"/>
              </a:spcBef>
              <a:spcAft>
                <a:spcPts val="0"/>
              </a:spcAft>
              <a:buNone/>
            </a:pPr>
            <a:r>
              <a:rPr lang="en" sz="900">
                <a:solidFill>
                  <a:srgbClr val="188038"/>
                </a:solidFill>
                <a:latin typeface="Roboto Mono"/>
                <a:ea typeface="Roboto Mono"/>
                <a:cs typeface="Roboto Mono"/>
                <a:sym typeface="Roboto Mono"/>
              </a:rPr>
              <a:t>- name: Restart a service if enabled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service: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restarted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when: service_enabled</a:t>
            </a:r>
            <a:endParaRPr sz="1100">
              <a:solidFill>
                <a:srgbClr val="188038"/>
              </a:solidFill>
              <a:latin typeface="Roboto Mono"/>
              <a:ea typeface="Roboto Mono"/>
              <a:cs typeface="Roboto Mono"/>
              <a:sym typeface="Roboto Mono"/>
            </a:endParaRPr>
          </a:p>
          <a:p>
            <a:pPr marL="0" lvl="0" indent="0" algn="l" rtl="0">
              <a:spcBef>
                <a:spcPts val="1200"/>
              </a:spcBef>
              <a:spcAft>
                <a:spcPts val="0"/>
              </a:spcAft>
              <a:buClr>
                <a:schemeClr val="dk1"/>
              </a:buClr>
              <a:buSzPts val="1100"/>
              <a:buFont typeface="Arial"/>
              <a:buNone/>
            </a:pPr>
            <a:r>
              <a:rPr lang="en" sz="1100" b="1">
                <a:latin typeface="Arial"/>
                <a:ea typeface="Arial"/>
                <a:cs typeface="Arial"/>
                <a:sym typeface="Arial"/>
              </a:rPr>
              <a:t>Explanation:</a:t>
            </a:r>
            <a:br>
              <a:rPr lang="en" sz="1100" b="1">
                <a:latin typeface="Arial"/>
                <a:ea typeface="Arial"/>
                <a:cs typeface="Arial"/>
                <a:sym typeface="Arial"/>
              </a:rPr>
            </a:br>
            <a:r>
              <a:rPr lang="en" sz="1100">
                <a:latin typeface="Arial"/>
                <a:ea typeface="Arial"/>
                <a:cs typeface="Arial"/>
                <a:sym typeface="Arial"/>
              </a:rPr>
              <a:t>The task runs only if the variable </a:t>
            </a:r>
            <a:r>
              <a:rPr lang="en" sz="1100">
                <a:solidFill>
                  <a:srgbClr val="188038"/>
                </a:solidFill>
                <a:latin typeface="Roboto Mono"/>
                <a:ea typeface="Roboto Mono"/>
                <a:cs typeface="Roboto Mono"/>
                <a:sym typeface="Roboto Mono"/>
              </a:rPr>
              <a:t>service_enabled</a:t>
            </a:r>
            <a:r>
              <a:rPr lang="en" sz="1100">
                <a:latin typeface="Arial"/>
                <a:ea typeface="Arial"/>
                <a:cs typeface="Arial"/>
                <a:sym typeface="Arial"/>
              </a:rPr>
              <a:t> is </a:t>
            </a:r>
            <a:r>
              <a:rPr lang="en" sz="1100">
                <a:solidFill>
                  <a:srgbClr val="188038"/>
                </a:solidFill>
                <a:latin typeface="Roboto Mono"/>
                <a:ea typeface="Roboto Mono"/>
                <a:cs typeface="Roboto Mono"/>
                <a:sym typeface="Roboto Mono"/>
              </a:rPr>
              <a:t>true</a:t>
            </a:r>
            <a:r>
              <a:rPr lang="en" sz="1100">
                <a:latin typeface="Arial"/>
                <a:ea typeface="Arial"/>
                <a:cs typeface="Arial"/>
                <a:sym typeface="Arial"/>
              </a:rPr>
              <a:t>.</a:t>
            </a:r>
            <a:endParaRPr sz="1100">
              <a:latin typeface="Arial"/>
              <a:ea typeface="Arial"/>
              <a:cs typeface="Arial"/>
              <a:sym typeface="Arial"/>
            </a:endParaRPr>
          </a:p>
          <a:p>
            <a:pPr marL="0" marR="0" lvl="0" indent="0" algn="l" rtl="0">
              <a:lnSpc>
                <a:spcPct val="115000"/>
              </a:lnSpc>
              <a:spcBef>
                <a:spcPts val="120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
        <p:nvSpPr>
          <p:cNvPr id="177" name="Google Shape;177;p32"/>
          <p:cNvSpPr txBox="1"/>
          <p:nvPr/>
        </p:nvSpPr>
        <p:spPr>
          <a:xfrm>
            <a:off x="2864300" y="1194300"/>
            <a:ext cx="2905200" cy="2262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dirty="0">
                <a:solidFill>
                  <a:schemeClr val="dk1"/>
                </a:solidFill>
              </a:rPr>
              <a:t>String Comparison</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200"/>
              </a:spcBef>
              <a:spcAft>
                <a:spcPts val="0"/>
              </a:spcAft>
              <a:buNone/>
            </a:pPr>
            <a:r>
              <a:rPr lang="en" sz="900" dirty="0">
                <a:solidFill>
                  <a:srgbClr val="188038"/>
                </a:solidFill>
                <a:latin typeface="Roboto Mono"/>
                <a:ea typeface="Roboto Mono"/>
                <a:cs typeface="Roboto Mono"/>
                <a:sym typeface="Roboto Mono"/>
              </a:rPr>
              <a:t>- name: Install Apache on RedHat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yum:</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name: httpd</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state: present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when: ansible_os_family == "RedHat"</a:t>
            </a:r>
            <a:endParaRPr sz="1100" dirty="0">
              <a:solidFill>
                <a:srgbClr val="188038"/>
              </a:solidFill>
              <a:latin typeface="Roboto Mono"/>
              <a:ea typeface="Roboto Mono"/>
              <a:cs typeface="Roboto Mono"/>
              <a:sym typeface="Roboto Mono"/>
            </a:endParaRPr>
          </a:p>
          <a:p>
            <a:pPr marL="0" lvl="0" indent="0" algn="l" rtl="0">
              <a:lnSpc>
                <a:spcPct val="115000"/>
              </a:lnSpc>
              <a:spcBef>
                <a:spcPts val="1200"/>
              </a:spcBef>
              <a:spcAft>
                <a:spcPts val="0"/>
              </a:spcAft>
              <a:buNone/>
            </a:pPr>
            <a:r>
              <a:rPr lang="en" sz="1100" b="1" dirty="0">
                <a:solidFill>
                  <a:schemeClr val="dk1"/>
                </a:solidFill>
              </a:rPr>
              <a:t>Explanation:</a:t>
            </a:r>
            <a:br>
              <a:rPr lang="en" sz="1100" b="1" dirty="0">
                <a:solidFill>
                  <a:schemeClr val="dk1"/>
                </a:solidFill>
              </a:rPr>
            </a:br>
            <a:r>
              <a:rPr lang="en" sz="1100" dirty="0">
                <a:solidFill>
                  <a:schemeClr val="dk1"/>
                </a:solidFill>
              </a:rPr>
              <a:t>The task runs only on RedHat-based systems.</a:t>
            </a:r>
            <a:endParaRPr sz="1100" dirty="0">
              <a:solidFill>
                <a:schemeClr val="dk1"/>
              </a:solidFill>
            </a:endParaRPr>
          </a:p>
          <a:p>
            <a:pPr marL="0" lvl="0" indent="0" algn="l" rtl="0">
              <a:lnSpc>
                <a:spcPct val="115000"/>
              </a:lnSpc>
              <a:spcBef>
                <a:spcPts val="1200"/>
              </a:spcBef>
              <a:spcAft>
                <a:spcPts val="1200"/>
              </a:spcAft>
              <a:buNone/>
            </a:pPr>
            <a:endParaRPr sz="1100" b="1" dirty="0">
              <a:solidFill>
                <a:schemeClr val="dk1"/>
              </a:solidFill>
            </a:endParaRPr>
          </a:p>
        </p:txBody>
      </p:sp>
      <p:sp>
        <p:nvSpPr>
          <p:cNvPr id="178" name="Google Shape;178;p32"/>
          <p:cNvSpPr txBox="1"/>
          <p:nvPr/>
        </p:nvSpPr>
        <p:spPr>
          <a:xfrm>
            <a:off x="5565325" y="1176600"/>
            <a:ext cx="3000000" cy="2298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None/>
            </a:pPr>
            <a:r>
              <a:rPr lang="en" sz="1100" b="1" dirty="0">
                <a:solidFill>
                  <a:schemeClr val="dk1"/>
                </a:solidFill>
              </a:rPr>
              <a:t> Numeric Comparison</a:t>
            </a:r>
            <a:endParaRPr sz="1100" b="1" dirty="0">
              <a:solidFill>
                <a:schemeClr val="dk1"/>
              </a:solidFill>
            </a:endParaRPr>
          </a:p>
          <a:p>
            <a:pPr marL="0" lvl="0" indent="0" algn="l" rtl="0">
              <a:lnSpc>
                <a:spcPct val="115000"/>
              </a:lnSpc>
              <a:spcBef>
                <a:spcPts val="200"/>
              </a:spcBef>
              <a:spcAft>
                <a:spcPts val="0"/>
              </a:spcAft>
              <a:buNone/>
            </a:pPr>
            <a:r>
              <a:rPr lang="en" sz="900" dirty="0">
                <a:solidFill>
                  <a:srgbClr val="188038"/>
                </a:solidFill>
                <a:latin typeface="Roboto Mono"/>
                <a:ea typeface="Roboto Mono"/>
                <a:cs typeface="Roboto Mono"/>
                <a:sym typeface="Roboto Mono"/>
              </a:rPr>
              <a:t>- name: Run task if memory is sufficient</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shell: echo "Sufficient memory available"</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when: ansible_memtotal_mb &gt; 1024</a:t>
            </a:r>
            <a:endParaRPr sz="1100" dirty="0">
              <a:solidFill>
                <a:srgbClr val="188038"/>
              </a:solidFill>
              <a:latin typeface="Roboto Mono"/>
              <a:ea typeface="Roboto Mono"/>
              <a:cs typeface="Roboto Mono"/>
              <a:sym typeface="Roboto Mono"/>
            </a:endParaRPr>
          </a:p>
          <a:p>
            <a:pPr marL="0" lvl="0" indent="0" algn="l" rtl="0">
              <a:lnSpc>
                <a:spcPct val="115000"/>
              </a:lnSpc>
              <a:spcBef>
                <a:spcPts val="0"/>
              </a:spcBef>
              <a:spcAft>
                <a:spcPts val="0"/>
              </a:spcAft>
              <a:buNone/>
            </a:pPr>
            <a:endParaRPr sz="1100" dirty="0">
              <a:solidFill>
                <a:schemeClr val="dk1"/>
              </a:solidFill>
            </a:endParaRPr>
          </a:p>
          <a:p>
            <a:pPr marL="0" lvl="0" indent="0" algn="l" rtl="0">
              <a:lnSpc>
                <a:spcPct val="115000"/>
              </a:lnSpc>
              <a:spcBef>
                <a:spcPts val="1200"/>
              </a:spcBef>
              <a:spcAft>
                <a:spcPts val="0"/>
              </a:spcAft>
              <a:buNone/>
            </a:pPr>
            <a:r>
              <a:rPr lang="en" sz="1100" b="1" dirty="0">
                <a:solidFill>
                  <a:schemeClr val="dk1"/>
                </a:solidFill>
              </a:rPr>
              <a:t>Explanation:</a:t>
            </a:r>
            <a:br>
              <a:rPr lang="en" sz="1100" b="1" dirty="0">
                <a:solidFill>
                  <a:schemeClr val="dk1"/>
                </a:solidFill>
              </a:rPr>
            </a:br>
            <a:r>
              <a:rPr lang="en" sz="1100" dirty="0">
                <a:solidFill>
                  <a:schemeClr val="dk1"/>
                </a:solidFill>
              </a:rPr>
              <a:t>The task runs only if the system memory is greater than 1 GB.</a:t>
            </a:r>
            <a:endParaRPr sz="1100" dirty="0">
              <a:solidFill>
                <a:schemeClr val="dk1"/>
              </a:solidFill>
            </a:endParaRPr>
          </a:p>
          <a:p>
            <a:pPr marL="0" lvl="0" indent="0" algn="l" rtl="0">
              <a:lnSpc>
                <a:spcPct val="115000"/>
              </a:lnSpc>
              <a:spcBef>
                <a:spcPts val="1200"/>
              </a:spcBef>
              <a:spcAft>
                <a:spcPts val="1200"/>
              </a:spcAft>
              <a:buNone/>
            </a:pPr>
            <a:endParaRPr sz="1100" b="1" dirty="0">
              <a:solidFill>
                <a:schemeClr val="dk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33"/>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Conditionals (Logical AND)</a:t>
            </a:r>
            <a:endParaRPr/>
          </a:p>
        </p:txBody>
      </p:sp>
      <p:sp>
        <p:nvSpPr>
          <p:cNvPr id="184" name="Google Shape;184;p33"/>
          <p:cNvSpPr txBox="1">
            <a:spLocks noGrp="1"/>
          </p:cNvSpPr>
          <p:nvPr>
            <p:ph type="body" idx="1"/>
          </p:nvPr>
        </p:nvSpPr>
        <p:spPr>
          <a:xfrm>
            <a:off x="311700" y="1058225"/>
            <a:ext cx="4620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b="1">
                <a:latin typeface="Arial"/>
                <a:ea typeface="Arial"/>
                <a:cs typeface="Arial"/>
                <a:sym typeface="Arial"/>
              </a:rPr>
              <a:t>Logical AND:</a:t>
            </a:r>
            <a:endParaRPr sz="1100">
              <a:latin typeface="Arial"/>
              <a:ea typeface="Arial"/>
              <a:cs typeface="Arial"/>
              <a:sym typeface="Arial"/>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Task with AND condition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shell: echo "All conditions met"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when: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condition1</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condition2</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a:solidFill>
                <a:srgbClr val="188038"/>
              </a:solidFill>
              <a:latin typeface="Roboto Mono"/>
              <a:ea typeface="Roboto Mono"/>
              <a:cs typeface="Roboto Mono"/>
              <a:sym typeface="Roboto Mono"/>
            </a:endParaRPr>
          </a:p>
          <a:p>
            <a:pPr marL="0" lvl="0" indent="0" algn="l" rtl="0">
              <a:spcBef>
                <a:spcPts val="1200"/>
              </a:spcBef>
              <a:spcAft>
                <a:spcPts val="0"/>
              </a:spcAft>
              <a:buNone/>
            </a:pPr>
            <a:r>
              <a:rPr lang="en" sz="1100" b="1">
                <a:latin typeface="Arial"/>
                <a:ea typeface="Arial"/>
                <a:cs typeface="Arial"/>
                <a:sym typeface="Arial"/>
              </a:rPr>
              <a:t>Example:</a:t>
            </a:r>
            <a:r>
              <a:rPr lang="en" sz="1100">
                <a:latin typeface="Arial"/>
                <a:ea typeface="Arial"/>
                <a:cs typeface="Arial"/>
                <a:sym typeface="Arial"/>
              </a:rPr>
              <a:t> Run a task only if </a:t>
            </a:r>
            <a:r>
              <a:rPr lang="en" sz="1100" b="1">
                <a:latin typeface="Arial"/>
                <a:ea typeface="Arial"/>
                <a:cs typeface="Arial"/>
                <a:sym typeface="Arial"/>
              </a:rPr>
              <a:t>all conditions</a:t>
            </a:r>
            <a:r>
              <a:rPr lang="en" sz="1100">
                <a:latin typeface="Arial"/>
                <a:ea typeface="Arial"/>
                <a:cs typeface="Arial"/>
                <a:sym typeface="Arial"/>
              </a:rPr>
              <a:t> are met.</a:t>
            </a:r>
            <a:endParaRPr sz="1100">
              <a:latin typeface="Arial"/>
              <a:ea typeface="Arial"/>
              <a:cs typeface="Arial"/>
              <a:sym typeface="Arial"/>
            </a:endParaRPr>
          </a:p>
          <a:p>
            <a:pPr marL="0" marR="0" lvl="0" indent="0" algn="l" rtl="0">
              <a:lnSpc>
                <a:spcPct val="115000"/>
              </a:lnSpc>
              <a:spcBef>
                <a:spcPts val="1200"/>
              </a:spcBef>
              <a:spcAft>
                <a:spcPts val="0"/>
              </a:spcAft>
              <a:buNone/>
            </a:pPr>
            <a:r>
              <a:rPr lang="en" sz="900">
                <a:solidFill>
                  <a:srgbClr val="188038"/>
                </a:solidFill>
                <a:latin typeface="Roboto Mono"/>
                <a:ea typeface="Roboto Mono"/>
                <a:cs typeface="Roboto Mono"/>
                <a:sym typeface="Roboto Mono"/>
              </a:rPr>
              <a:t>- name: Install a package only if OS is RedHat and disk space is sufficient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yum:</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httpd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present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when: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ansible_os_family == "RedHat"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ansible_disk_free_gb &gt; 10</a:t>
            </a: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br>
              <a:rPr lang="en" sz="1100">
                <a:solidFill>
                  <a:srgbClr val="188038"/>
                </a:solidFill>
                <a:latin typeface="Roboto Mono"/>
                <a:ea typeface="Roboto Mono"/>
                <a:cs typeface="Roboto Mono"/>
                <a:sym typeface="Roboto Mono"/>
              </a:rPr>
            </a:b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3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Conditionals (Logical OR)</a:t>
            </a:r>
            <a:endParaRPr/>
          </a:p>
        </p:txBody>
      </p:sp>
      <p:sp>
        <p:nvSpPr>
          <p:cNvPr id="190" name="Google Shape;190;p34"/>
          <p:cNvSpPr txBox="1">
            <a:spLocks noGrp="1"/>
          </p:cNvSpPr>
          <p:nvPr>
            <p:ph type="body" idx="1"/>
          </p:nvPr>
        </p:nvSpPr>
        <p:spPr>
          <a:xfrm>
            <a:off x="311700" y="1058225"/>
            <a:ext cx="4620900" cy="3397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 sz="1100" b="1">
                <a:latin typeface="Arial"/>
                <a:ea typeface="Arial"/>
                <a:cs typeface="Arial"/>
                <a:sym typeface="Arial"/>
              </a:rPr>
              <a:t>Logical OR:</a:t>
            </a:r>
            <a:endParaRPr sz="1100">
              <a:latin typeface="Arial"/>
              <a:ea typeface="Arial"/>
              <a:cs typeface="Arial"/>
              <a:sym typeface="Arial"/>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Task with OR condition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shell: echo "At least one condition met"</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when: condition1 or condition2</a:t>
            </a: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a:solidFill>
                <a:srgbClr val="188038"/>
              </a:solidFill>
              <a:latin typeface="Roboto Mono"/>
              <a:ea typeface="Roboto Mono"/>
              <a:cs typeface="Roboto Mono"/>
              <a:sym typeface="Roboto Mono"/>
            </a:endParaRPr>
          </a:p>
          <a:p>
            <a:pPr marL="0" lvl="0" indent="0" algn="l" rtl="0">
              <a:spcBef>
                <a:spcPts val="1200"/>
              </a:spcBef>
              <a:spcAft>
                <a:spcPts val="0"/>
              </a:spcAft>
              <a:buNone/>
            </a:pPr>
            <a:r>
              <a:rPr lang="en" sz="1100" b="1">
                <a:latin typeface="Arial"/>
                <a:ea typeface="Arial"/>
                <a:cs typeface="Arial"/>
                <a:sym typeface="Arial"/>
              </a:rPr>
              <a:t>Example:</a:t>
            </a:r>
            <a:r>
              <a:rPr lang="en" sz="1100">
                <a:latin typeface="Arial"/>
                <a:ea typeface="Arial"/>
                <a:cs typeface="Arial"/>
                <a:sym typeface="Arial"/>
              </a:rPr>
              <a:t> Run a task if </a:t>
            </a:r>
            <a:r>
              <a:rPr lang="en" sz="1100" b="1">
                <a:latin typeface="Arial"/>
                <a:ea typeface="Arial"/>
                <a:cs typeface="Arial"/>
                <a:sym typeface="Arial"/>
              </a:rPr>
              <a:t>at least one condition</a:t>
            </a:r>
            <a:r>
              <a:rPr lang="en" sz="1100">
                <a:latin typeface="Arial"/>
                <a:ea typeface="Arial"/>
                <a:cs typeface="Arial"/>
                <a:sym typeface="Arial"/>
              </a:rPr>
              <a:t> is met.</a:t>
            </a:r>
            <a:endParaRPr sz="1100">
              <a:latin typeface="Arial"/>
              <a:ea typeface="Arial"/>
              <a:cs typeface="Arial"/>
              <a:sym typeface="Arial"/>
            </a:endParaRPr>
          </a:p>
          <a:p>
            <a:pPr marL="0" marR="0" lvl="0" indent="0" algn="l" rtl="0">
              <a:lnSpc>
                <a:spcPct val="115000"/>
              </a:lnSpc>
              <a:spcBef>
                <a:spcPts val="1200"/>
              </a:spcBef>
              <a:spcAft>
                <a:spcPts val="0"/>
              </a:spcAft>
              <a:buNone/>
            </a:pPr>
            <a:r>
              <a:rPr lang="en" sz="900">
                <a:solidFill>
                  <a:srgbClr val="188038"/>
                </a:solidFill>
                <a:latin typeface="Roboto Mono"/>
                <a:ea typeface="Roboto Mono"/>
                <a:cs typeface="Roboto Mono"/>
                <a:sym typeface="Roboto Mono"/>
              </a:rPr>
              <a:t>- name: Start a service if OS is RedHat or Debian</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service: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name: nginx</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state: started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when: ansible_os_family == "RedHat" or ansible_os_family == "Debian"</a:t>
            </a:r>
            <a:endParaRPr sz="1100">
              <a:solidFill>
                <a:srgbClr val="188038"/>
              </a:solidFill>
              <a:latin typeface="Roboto Mono"/>
              <a:ea typeface="Roboto Mono"/>
              <a:cs typeface="Roboto Mono"/>
              <a:sym typeface="Roboto Mono"/>
            </a:endParaRPr>
          </a:p>
          <a:p>
            <a:pPr marL="0" lvl="0" indent="0" algn="l" rtl="0">
              <a:spcBef>
                <a:spcPts val="1200"/>
              </a:spcBef>
              <a:spcAft>
                <a:spcPts val="0"/>
              </a:spcAft>
              <a:buNone/>
            </a:pPr>
            <a:endParaRPr sz="1100">
              <a:latin typeface="Arial"/>
              <a:ea typeface="Arial"/>
              <a:cs typeface="Arial"/>
              <a:sym typeface="Arial"/>
            </a:endParaRPr>
          </a:p>
          <a:p>
            <a:pPr marL="0" marR="0" lvl="0" indent="0" algn="l" rtl="0">
              <a:lnSpc>
                <a:spcPct val="115000"/>
              </a:lnSpc>
              <a:spcBef>
                <a:spcPts val="1200"/>
              </a:spcBef>
              <a:spcAft>
                <a:spcPts val="0"/>
              </a:spcAft>
              <a:buNone/>
            </a:pPr>
            <a:br>
              <a:rPr lang="en" sz="1100">
                <a:solidFill>
                  <a:srgbClr val="188038"/>
                </a:solidFill>
                <a:latin typeface="Roboto Mono"/>
                <a:ea typeface="Roboto Mono"/>
                <a:cs typeface="Roboto Mono"/>
                <a:sym typeface="Roboto Mono"/>
              </a:rPr>
            </a:br>
            <a:br>
              <a:rPr lang="en" sz="1100">
                <a:solidFill>
                  <a:srgbClr val="188038"/>
                </a:solidFill>
                <a:latin typeface="Roboto Mono"/>
                <a:ea typeface="Roboto Mono"/>
                <a:cs typeface="Roboto Mono"/>
                <a:sym typeface="Roboto Mono"/>
              </a:rPr>
            </a:b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marR="0" lvl="0" indent="0" algn="l" rtl="0">
              <a:lnSpc>
                <a:spcPct val="115000"/>
              </a:lnSpc>
              <a:spcBef>
                <a:spcPts val="0"/>
              </a:spcBef>
              <a:spcAft>
                <a:spcPts val="0"/>
              </a:spcAft>
              <a:buNone/>
            </a:pPr>
            <a:endParaRPr sz="1100" b="1">
              <a:latin typeface="Arial"/>
              <a:ea typeface="Arial"/>
              <a:cs typeface="Arial"/>
              <a:sym typeface="Arial"/>
            </a:endParaRPr>
          </a:p>
          <a:p>
            <a:pPr marL="0" lvl="0" indent="0" algn="l" rtl="0">
              <a:spcBef>
                <a:spcPts val="0"/>
              </a:spcBef>
              <a:spcAft>
                <a:spcPts val="0"/>
              </a:spcAft>
              <a:buNone/>
            </a:pPr>
            <a:endParaRPr sz="1100">
              <a:latin typeface="Arial"/>
              <a:ea typeface="Arial"/>
              <a:cs typeface="Arial"/>
              <a:sym typeface="Arial"/>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a:p>
            <a:pPr marL="0" lvl="0" indent="0" algn="l" rtl="0">
              <a:spcBef>
                <a:spcPts val="0"/>
              </a:spcBef>
              <a:spcAft>
                <a:spcPts val="0"/>
              </a:spcAft>
              <a:buNone/>
            </a:pPr>
            <a:endParaRPr sz="1100">
              <a:latin typeface="Arial"/>
              <a:ea typeface="Arial"/>
              <a:cs typeface="Arial"/>
              <a:sym typeface="Arial"/>
            </a:endParaRPr>
          </a:p>
          <a:p>
            <a:pPr marL="0" lvl="0" indent="0" algn="l" rtl="0">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41"/>
          <p:cNvSpPr txBox="1">
            <a:spLocks noGrp="1"/>
          </p:cNvSpPr>
          <p:nvPr>
            <p:ph type="title"/>
          </p:nvPr>
        </p:nvSpPr>
        <p:spPr>
          <a:xfrm>
            <a:off x="263400" y="21937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Roles</a:t>
            </a:r>
            <a:endParaRPr/>
          </a:p>
        </p:txBody>
      </p:sp>
      <p:sp>
        <p:nvSpPr>
          <p:cNvPr id="233" name="Google Shape;233;p41"/>
          <p:cNvSpPr txBox="1">
            <a:spLocks noGrp="1"/>
          </p:cNvSpPr>
          <p:nvPr>
            <p:ph type="body" idx="1"/>
          </p:nvPr>
        </p:nvSpPr>
        <p:spPr>
          <a:xfrm>
            <a:off x="263400" y="752125"/>
            <a:ext cx="8424000" cy="3397200"/>
          </a:xfrm>
          <a:prstGeom prst="rect">
            <a:avLst/>
          </a:prstGeom>
        </p:spPr>
        <p:txBody>
          <a:bodyPr spcFirstLastPara="1" wrap="square" lIns="91425" tIns="91425" rIns="91425" bIns="91425" anchor="t" anchorCtr="0">
            <a:noAutofit/>
          </a:bodyPr>
          <a:lstStyle/>
          <a:p>
            <a:pPr marL="0" lvl="0" indent="0" algn="l" rtl="0">
              <a:spcBef>
                <a:spcPts val="1400"/>
              </a:spcBef>
              <a:spcAft>
                <a:spcPts val="0"/>
              </a:spcAft>
              <a:buNone/>
            </a:pPr>
            <a:r>
              <a:rPr lang="en" sz="1300" b="1">
                <a:latin typeface="Arial"/>
                <a:ea typeface="Arial"/>
                <a:cs typeface="Arial"/>
                <a:sym typeface="Arial"/>
              </a:rPr>
              <a:t>Structure of an Ansible Role</a:t>
            </a:r>
            <a:endParaRPr sz="1300" b="1">
              <a:latin typeface="Arial"/>
              <a:ea typeface="Arial"/>
              <a:cs typeface="Arial"/>
              <a:sym typeface="Arial"/>
            </a:endParaRPr>
          </a:p>
          <a:p>
            <a:pPr marL="0" lvl="0" indent="0" algn="l" rtl="0">
              <a:spcBef>
                <a:spcPts val="1200"/>
              </a:spcBef>
              <a:spcAft>
                <a:spcPts val="0"/>
              </a:spcAft>
              <a:buNone/>
            </a:pPr>
            <a:r>
              <a:rPr lang="en" sz="1100">
                <a:latin typeface="Arial"/>
                <a:ea typeface="Arial"/>
                <a:cs typeface="Arial"/>
                <a:sym typeface="Arial"/>
              </a:rPr>
              <a:t>Roles have a specific directory structure that allows Ansible to automatically discover the necessary files. Here’s a basic role structure:</a:t>
            </a:r>
            <a:endParaRPr sz="1100">
              <a:latin typeface="Arial"/>
              <a:ea typeface="Arial"/>
              <a:cs typeface="Arial"/>
              <a:sym typeface="Arial"/>
            </a:endParaRPr>
          </a:p>
          <a:p>
            <a:pPr marL="0" marR="0" lvl="0" indent="0" algn="l" rtl="0">
              <a:lnSpc>
                <a:spcPct val="115000"/>
              </a:lnSpc>
              <a:spcBef>
                <a:spcPts val="1200"/>
              </a:spcBef>
              <a:spcAft>
                <a:spcPts val="0"/>
              </a:spcAft>
              <a:buNone/>
            </a:pPr>
            <a:r>
              <a:rPr lang="en" sz="900">
                <a:solidFill>
                  <a:srgbClr val="188038"/>
                </a:solidFill>
                <a:latin typeface="Roboto Mono"/>
                <a:ea typeface="Roboto Mono"/>
                <a:cs typeface="Roboto Mono"/>
                <a:sym typeface="Roboto Mono"/>
              </a:rPr>
              <a:t>my_role/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defaults/           # Default variables for the role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main.yml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files/              # Files to be copied to remote hosts</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example.conf</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handlers/           # Handlers to be triggered (e.g., to restart a service)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main.yml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meta/               # Metadata about the role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main.yml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tasks/              # Tasks to be executed by the role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main.yml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templates/          # Templates (e.g., Jinja2 templates) to be rendered</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example.j2</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tests/              # example playbook for role usage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main.yml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vars/               # Variables for the role (overridable)</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a:solidFill>
                  <a:srgbClr val="188038"/>
                </a:solidFill>
                <a:latin typeface="Roboto Mono"/>
                <a:ea typeface="Roboto Mono"/>
                <a:cs typeface="Roboto Mono"/>
                <a:sym typeface="Roboto Mono"/>
              </a:rPr>
              <a:t>│   └── main.yml</a:t>
            </a:r>
            <a:endParaRPr sz="90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endParaRPr sz="900">
              <a:solidFill>
                <a:srgbClr val="188038"/>
              </a:solidFill>
              <a:latin typeface="Roboto Mono"/>
              <a:ea typeface="Roboto Mono"/>
              <a:cs typeface="Roboto Mono"/>
              <a:sym typeface="Roboto Mono"/>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sp>
        <p:nvSpPr>
          <p:cNvPr id="238" name="Google Shape;238;p42"/>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Variables</a:t>
            </a:r>
            <a:endParaRPr/>
          </a:p>
        </p:txBody>
      </p:sp>
      <p:sp>
        <p:nvSpPr>
          <p:cNvPr id="239" name="Google Shape;239;p42"/>
          <p:cNvSpPr txBox="1">
            <a:spLocks noGrp="1"/>
          </p:cNvSpPr>
          <p:nvPr>
            <p:ph type="body" idx="1"/>
          </p:nvPr>
        </p:nvSpPr>
        <p:spPr>
          <a:xfrm>
            <a:off x="311700" y="1024225"/>
            <a:ext cx="84240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dirty="0">
                <a:latin typeface="Arial"/>
                <a:ea typeface="Arial"/>
                <a:cs typeface="Arial"/>
                <a:sym typeface="Arial"/>
              </a:rPr>
              <a:t>Variables in Ansible allow you to make your playbooks dynamic and reusable by defining values that can be referenced throughout your tasks and roles. They can be used to configure environments, manage credentials, and control task behavior.</a:t>
            </a:r>
            <a:br>
              <a:rPr lang="en" sz="1100" dirty="0">
                <a:latin typeface="Arial"/>
                <a:ea typeface="Arial"/>
                <a:cs typeface="Arial"/>
                <a:sym typeface="Arial"/>
              </a:rPr>
            </a:br>
            <a:br>
              <a:rPr lang="en" sz="1100" b="1" dirty="0">
                <a:latin typeface="Arial"/>
                <a:ea typeface="Arial"/>
                <a:cs typeface="Arial"/>
                <a:sym typeface="Arial"/>
              </a:rPr>
            </a:br>
            <a:r>
              <a:rPr lang="en" sz="1100" b="1" dirty="0">
                <a:latin typeface="Arial"/>
                <a:ea typeface="Arial"/>
                <a:cs typeface="Arial"/>
                <a:sym typeface="Arial"/>
              </a:rPr>
              <a:t>Types of Variables in Ansible</a:t>
            </a:r>
            <a:endParaRPr sz="1100" b="1" dirty="0">
              <a:latin typeface="Arial"/>
              <a:ea typeface="Arial"/>
              <a:cs typeface="Arial"/>
              <a:sym typeface="Arial"/>
            </a:endParaRPr>
          </a:p>
          <a:p>
            <a:pPr marL="457200" lvl="0" indent="-298450" algn="l" rtl="0">
              <a:spcBef>
                <a:spcPts val="1200"/>
              </a:spcBef>
              <a:spcAft>
                <a:spcPts val="0"/>
              </a:spcAft>
              <a:buSzPts val="1100"/>
              <a:buFont typeface="Arial"/>
              <a:buAutoNum type="alphaUcPeriod"/>
            </a:pPr>
            <a:r>
              <a:rPr lang="en" sz="1100" b="1" dirty="0">
                <a:latin typeface="Arial"/>
                <a:ea typeface="Arial"/>
                <a:cs typeface="Arial"/>
                <a:sym typeface="Arial"/>
              </a:rPr>
              <a:t> Playbook Variables: </a:t>
            </a:r>
            <a:r>
              <a:rPr lang="en" sz="1100" dirty="0">
                <a:latin typeface="Arial"/>
                <a:ea typeface="Arial"/>
                <a:cs typeface="Arial"/>
                <a:sym typeface="Arial"/>
              </a:rPr>
              <a:t>Defined directly in the playbook under the </a:t>
            </a:r>
            <a:r>
              <a:rPr lang="en" sz="1100" dirty="0">
                <a:solidFill>
                  <a:srgbClr val="188038"/>
                </a:solidFill>
                <a:latin typeface="Roboto Mono"/>
                <a:ea typeface="Roboto Mono"/>
                <a:cs typeface="Roboto Mono"/>
                <a:sym typeface="Roboto Mono"/>
              </a:rPr>
              <a:t>vars</a:t>
            </a:r>
            <a:r>
              <a:rPr lang="en" sz="1100" dirty="0">
                <a:latin typeface="Arial"/>
                <a:ea typeface="Arial"/>
                <a:cs typeface="Arial"/>
                <a:sym typeface="Arial"/>
              </a:rPr>
              <a:t> section.</a:t>
            </a:r>
          </a:p>
          <a:p>
            <a:pPr marL="457200" lvl="0" indent="-298450" algn="l" rtl="0">
              <a:spcBef>
                <a:spcPts val="1200"/>
              </a:spcBef>
              <a:spcAft>
                <a:spcPts val="0"/>
              </a:spcAft>
              <a:buSzPts val="1100"/>
              <a:buFont typeface="Arial"/>
              <a:buAutoNum type="alphaUcPeriod"/>
            </a:pPr>
            <a:r>
              <a:rPr lang="en" sz="1100" b="1" dirty="0">
                <a:latin typeface="Arial"/>
                <a:ea typeface="Arial"/>
                <a:cs typeface="Arial"/>
                <a:sym typeface="Arial"/>
              </a:rPr>
              <a:t>Inventory Variables: </a:t>
            </a:r>
            <a:r>
              <a:rPr lang="en" sz="1100" dirty="0">
                <a:latin typeface="Arial"/>
                <a:ea typeface="Arial"/>
                <a:cs typeface="Arial"/>
                <a:sym typeface="Arial"/>
              </a:rPr>
              <a:t>Defined in the inventory file (INI or YAML format).</a:t>
            </a:r>
            <a:endParaRPr sz="1100" dirty="0">
              <a:latin typeface="Arial"/>
              <a:ea typeface="Arial"/>
              <a:cs typeface="Arial"/>
              <a:sym typeface="Arial"/>
            </a:endParaRPr>
          </a:p>
          <a:p>
            <a:pPr marL="457200" lvl="0" indent="-298450" algn="l" rtl="0">
              <a:spcBef>
                <a:spcPts val="1200"/>
              </a:spcBef>
              <a:spcAft>
                <a:spcPts val="0"/>
              </a:spcAft>
              <a:buSzPts val="1100"/>
              <a:buFont typeface="Arial"/>
              <a:buAutoNum type="alphaUcPeriod"/>
            </a:pPr>
            <a:r>
              <a:rPr lang="en" sz="1100" b="1" dirty="0">
                <a:latin typeface="Arial"/>
                <a:ea typeface="Arial"/>
                <a:cs typeface="Arial"/>
                <a:sym typeface="Arial"/>
              </a:rPr>
              <a:t>Command Line Variables: </a:t>
            </a:r>
            <a:r>
              <a:rPr lang="en" sz="1100" dirty="0">
                <a:latin typeface="Arial"/>
                <a:ea typeface="Arial"/>
                <a:cs typeface="Arial"/>
                <a:sym typeface="Arial"/>
              </a:rPr>
              <a:t>Passed with flag --extra-vars with ansible-playbook command</a:t>
            </a:r>
            <a:endParaRPr sz="1100" b="1" dirty="0">
              <a:latin typeface="Arial"/>
              <a:ea typeface="Arial"/>
              <a:cs typeface="Arial"/>
              <a:sym typeface="Arial"/>
            </a:endParaRPr>
          </a:p>
          <a:p>
            <a:pPr marL="0" lvl="0" indent="0" algn="l" rtl="0">
              <a:spcBef>
                <a:spcPts val="1200"/>
              </a:spcBef>
              <a:spcAft>
                <a:spcPts val="0"/>
              </a:spcAft>
              <a:buNone/>
            </a:pPr>
            <a:endParaRPr sz="1100" b="1"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3"/>
        <p:cNvGrpSpPr/>
        <p:nvPr/>
      </p:nvGrpSpPr>
      <p:grpSpPr>
        <a:xfrm>
          <a:off x="0" y="0"/>
          <a:ext cx="0" cy="0"/>
          <a:chOff x="0" y="0"/>
          <a:chExt cx="0" cy="0"/>
        </a:xfrm>
      </p:grpSpPr>
      <p:sp>
        <p:nvSpPr>
          <p:cNvPr id="244" name="Google Shape;244;p43"/>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Variables</a:t>
            </a:r>
            <a:endParaRPr/>
          </a:p>
        </p:txBody>
      </p:sp>
      <p:sp>
        <p:nvSpPr>
          <p:cNvPr id="245" name="Google Shape;245;p43"/>
          <p:cNvSpPr txBox="1">
            <a:spLocks noGrp="1"/>
          </p:cNvSpPr>
          <p:nvPr>
            <p:ph type="body" idx="1"/>
          </p:nvPr>
        </p:nvSpPr>
        <p:spPr>
          <a:xfrm>
            <a:off x="311700" y="1024225"/>
            <a:ext cx="8424000" cy="3397200"/>
          </a:xfrm>
          <a:prstGeom prst="rect">
            <a:avLst/>
          </a:prstGeom>
        </p:spPr>
        <p:txBody>
          <a:bodyPr spcFirstLastPara="1" wrap="square" lIns="91425" tIns="91425" rIns="91425" bIns="91425" anchor="t" anchorCtr="0">
            <a:noAutofit/>
          </a:bodyPr>
          <a:lstStyle/>
          <a:p>
            <a:pPr marL="0" lvl="0" indent="0" algn="l" rtl="0">
              <a:spcBef>
                <a:spcPts val="1200"/>
              </a:spcBef>
              <a:spcAft>
                <a:spcPts val="0"/>
              </a:spcAft>
              <a:buNone/>
            </a:pPr>
            <a:r>
              <a:rPr lang="en" sz="1100" b="1" dirty="0">
                <a:latin typeface="Arial"/>
                <a:ea typeface="Arial"/>
                <a:cs typeface="Arial"/>
                <a:sym typeface="Arial"/>
              </a:rPr>
              <a:t>D.</a:t>
            </a:r>
            <a:r>
              <a:rPr lang="en" sz="1100" dirty="0">
                <a:latin typeface="Arial"/>
                <a:ea typeface="Arial"/>
                <a:cs typeface="Arial"/>
                <a:sym typeface="Arial"/>
              </a:rPr>
              <a:t> </a:t>
            </a:r>
            <a:r>
              <a:rPr lang="en" sz="1100" b="1" dirty="0">
                <a:solidFill>
                  <a:srgbClr val="188038"/>
                </a:solidFill>
                <a:latin typeface="Roboto Mono"/>
                <a:ea typeface="Roboto Mono"/>
                <a:cs typeface="Roboto Mono"/>
                <a:sym typeface="Roboto Mono"/>
              </a:rPr>
              <a:t>group_vars</a:t>
            </a:r>
            <a:r>
              <a:rPr lang="en" sz="1100" b="1" dirty="0">
                <a:latin typeface="Arial"/>
                <a:ea typeface="Arial"/>
                <a:cs typeface="Arial"/>
                <a:sym typeface="Arial"/>
              </a:rPr>
              <a:t> and </a:t>
            </a:r>
            <a:r>
              <a:rPr lang="en" sz="1100" b="1" dirty="0">
                <a:solidFill>
                  <a:srgbClr val="188038"/>
                </a:solidFill>
                <a:latin typeface="Roboto Mono"/>
                <a:ea typeface="Roboto Mono"/>
                <a:cs typeface="Roboto Mono"/>
                <a:sym typeface="Roboto Mono"/>
              </a:rPr>
              <a:t>host_vars</a:t>
            </a:r>
            <a:endParaRPr sz="1100" b="1" dirty="0">
              <a:solidFill>
                <a:srgbClr val="188038"/>
              </a:solidFill>
              <a:latin typeface="Roboto Mono"/>
              <a:ea typeface="Roboto Mono"/>
              <a:cs typeface="Roboto Mono"/>
              <a:sym typeface="Roboto Mono"/>
            </a:endParaRPr>
          </a:p>
          <a:p>
            <a:pPr marL="0" lvl="0" indent="0" algn="l" rtl="0">
              <a:spcBef>
                <a:spcPts val="1200"/>
              </a:spcBef>
              <a:spcAft>
                <a:spcPts val="0"/>
              </a:spcAft>
              <a:buClr>
                <a:schemeClr val="dk1"/>
              </a:buClr>
              <a:buSzPts val="1100"/>
              <a:buFont typeface="Arial"/>
              <a:buNone/>
            </a:pPr>
            <a:r>
              <a:rPr lang="en" sz="1000" b="1" dirty="0">
                <a:latin typeface="Arial"/>
                <a:ea typeface="Arial"/>
                <a:cs typeface="Arial"/>
                <a:sym typeface="Arial"/>
              </a:rPr>
              <a:t>What Are </a:t>
            </a:r>
            <a:r>
              <a:rPr lang="en" sz="1000" b="1" dirty="0">
                <a:solidFill>
                  <a:srgbClr val="188038"/>
                </a:solidFill>
                <a:latin typeface="Roboto Mono"/>
                <a:ea typeface="Roboto Mono"/>
                <a:cs typeface="Roboto Mono"/>
                <a:sym typeface="Roboto Mono"/>
              </a:rPr>
              <a:t>group_vars</a:t>
            </a:r>
            <a:r>
              <a:rPr lang="en" sz="1000" b="1" dirty="0">
                <a:latin typeface="Arial"/>
                <a:ea typeface="Arial"/>
                <a:cs typeface="Arial"/>
                <a:sym typeface="Arial"/>
              </a:rPr>
              <a:t> and </a:t>
            </a:r>
            <a:r>
              <a:rPr lang="en" sz="1000" b="1" dirty="0">
                <a:solidFill>
                  <a:srgbClr val="188038"/>
                </a:solidFill>
                <a:latin typeface="Roboto Mono"/>
                <a:ea typeface="Roboto Mono"/>
                <a:cs typeface="Roboto Mono"/>
                <a:sym typeface="Roboto Mono"/>
              </a:rPr>
              <a:t>host_vars</a:t>
            </a:r>
            <a:r>
              <a:rPr lang="en" sz="1000" b="1" dirty="0">
                <a:latin typeface="Arial"/>
                <a:ea typeface="Arial"/>
                <a:cs typeface="Arial"/>
                <a:sym typeface="Arial"/>
              </a:rPr>
              <a:t>?</a:t>
            </a:r>
            <a:endParaRPr sz="1000" b="1" dirty="0">
              <a:latin typeface="Arial"/>
              <a:ea typeface="Arial"/>
              <a:cs typeface="Arial"/>
              <a:sym typeface="Arial"/>
            </a:endParaRPr>
          </a:p>
          <a:p>
            <a:pPr marL="457200" lvl="0" indent="-298450" algn="l" rtl="0">
              <a:spcBef>
                <a:spcPts val="1200"/>
              </a:spcBef>
              <a:spcAft>
                <a:spcPts val="0"/>
              </a:spcAft>
              <a:buSzPts val="1100"/>
              <a:buFont typeface="Arial"/>
              <a:buChar char="●"/>
            </a:pPr>
            <a:r>
              <a:rPr lang="en" sz="1100" b="1" dirty="0">
                <a:solidFill>
                  <a:srgbClr val="188038"/>
                </a:solidFill>
                <a:latin typeface="Roboto Mono"/>
                <a:ea typeface="Roboto Mono"/>
                <a:cs typeface="Roboto Mono"/>
                <a:sym typeface="Roboto Mono"/>
              </a:rPr>
              <a:t>group_vars</a:t>
            </a:r>
            <a:r>
              <a:rPr lang="en" sz="1100" b="1" dirty="0">
                <a:latin typeface="Arial"/>
                <a:ea typeface="Arial"/>
                <a:cs typeface="Arial"/>
                <a:sym typeface="Arial"/>
              </a:rPr>
              <a:t>:</a:t>
            </a:r>
            <a:r>
              <a:rPr lang="en" sz="1100" dirty="0">
                <a:latin typeface="Arial"/>
                <a:ea typeface="Arial"/>
                <a:cs typeface="Arial"/>
                <a:sym typeface="Arial"/>
              </a:rPr>
              <a:t> Variables applied to all hosts in a specific group.</a:t>
            </a:r>
            <a:endParaRPr sz="1100" dirty="0">
              <a:latin typeface="Arial"/>
              <a:ea typeface="Arial"/>
              <a:cs typeface="Arial"/>
              <a:sym typeface="Arial"/>
            </a:endParaRPr>
          </a:p>
          <a:p>
            <a:pPr marL="457200" lvl="0" indent="-298450" algn="l" rtl="0">
              <a:spcBef>
                <a:spcPts val="0"/>
              </a:spcBef>
              <a:spcAft>
                <a:spcPts val="0"/>
              </a:spcAft>
              <a:buSzPts val="1100"/>
              <a:buFont typeface="Arial"/>
              <a:buChar char="●"/>
            </a:pPr>
            <a:r>
              <a:rPr lang="en" sz="1100" b="1" dirty="0">
                <a:solidFill>
                  <a:srgbClr val="188038"/>
                </a:solidFill>
                <a:latin typeface="Roboto Mono"/>
                <a:ea typeface="Roboto Mono"/>
                <a:cs typeface="Roboto Mono"/>
                <a:sym typeface="Roboto Mono"/>
              </a:rPr>
              <a:t>host_vars</a:t>
            </a:r>
            <a:r>
              <a:rPr lang="en" sz="1100" b="1" dirty="0">
                <a:latin typeface="Arial"/>
                <a:ea typeface="Arial"/>
                <a:cs typeface="Arial"/>
                <a:sym typeface="Arial"/>
              </a:rPr>
              <a:t>:</a:t>
            </a:r>
            <a:r>
              <a:rPr lang="en" sz="1100" dirty="0">
                <a:latin typeface="Arial"/>
                <a:ea typeface="Arial"/>
                <a:cs typeface="Arial"/>
                <a:sym typeface="Arial"/>
              </a:rPr>
              <a:t> Variables applied to specific hosts.</a:t>
            </a:r>
            <a:endParaRPr sz="1100" dirty="0">
              <a:latin typeface="Arial"/>
              <a:ea typeface="Arial"/>
              <a:cs typeface="Arial"/>
              <a:sym typeface="Arial"/>
            </a:endParaRPr>
          </a:p>
          <a:p>
            <a:pPr marL="0" lvl="0" indent="0" algn="l" rtl="0">
              <a:spcBef>
                <a:spcPts val="1400"/>
              </a:spcBef>
              <a:spcAft>
                <a:spcPts val="0"/>
              </a:spcAft>
              <a:buNone/>
            </a:pPr>
            <a:r>
              <a:rPr lang="en" sz="1300" b="1" dirty="0">
                <a:latin typeface="Arial"/>
                <a:ea typeface="Arial"/>
                <a:cs typeface="Arial"/>
                <a:sym typeface="Arial"/>
              </a:rPr>
              <a:t> Directory Structure for </a:t>
            </a:r>
            <a:r>
              <a:rPr lang="en" sz="1300" b="1" dirty="0">
                <a:solidFill>
                  <a:srgbClr val="188038"/>
                </a:solidFill>
                <a:latin typeface="Roboto Mono"/>
                <a:ea typeface="Roboto Mono"/>
                <a:cs typeface="Roboto Mono"/>
                <a:sym typeface="Roboto Mono"/>
              </a:rPr>
              <a:t>group_vars</a:t>
            </a:r>
            <a:r>
              <a:rPr lang="en" sz="1300" b="1" dirty="0">
                <a:latin typeface="Arial"/>
                <a:ea typeface="Arial"/>
                <a:cs typeface="Arial"/>
                <a:sym typeface="Arial"/>
              </a:rPr>
              <a:t> and </a:t>
            </a:r>
            <a:r>
              <a:rPr lang="en" sz="1300" b="1" dirty="0">
                <a:solidFill>
                  <a:srgbClr val="188038"/>
                </a:solidFill>
                <a:latin typeface="Roboto Mono"/>
                <a:ea typeface="Roboto Mono"/>
                <a:cs typeface="Roboto Mono"/>
                <a:sym typeface="Roboto Mono"/>
              </a:rPr>
              <a:t>host_vars</a:t>
            </a:r>
            <a:endParaRPr sz="1300" b="1" dirty="0">
              <a:solidFill>
                <a:srgbClr val="188038"/>
              </a:solidFill>
              <a:latin typeface="Roboto Mono"/>
              <a:ea typeface="Roboto Mono"/>
              <a:cs typeface="Roboto Mono"/>
              <a:sym typeface="Roboto Mono"/>
            </a:endParaRPr>
          </a:p>
          <a:p>
            <a:pPr marL="0" lvl="0" indent="0" algn="l" rtl="0">
              <a:spcBef>
                <a:spcPts val="400"/>
              </a:spcBef>
              <a:spcAft>
                <a:spcPts val="0"/>
              </a:spcAft>
              <a:buNone/>
            </a:pPr>
            <a:r>
              <a:rPr lang="en" sz="900" dirty="0">
                <a:solidFill>
                  <a:srgbClr val="188038"/>
                </a:solidFill>
                <a:latin typeface="Roboto Mono"/>
                <a:ea typeface="Roboto Mono"/>
                <a:cs typeface="Roboto Mono"/>
                <a:sym typeface="Roboto Mono"/>
              </a:rPr>
              <a:t>inventory/</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hosts.yml</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group_vars/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all.yml           # Variables for all hosts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web.yml           # Variables for 'web' group</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db.yml            # Variables for 'db' group</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host_vars/</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server1.yml       # Variables for 'server1'</a:t>
            </a:r>
            <a:endParaRPr sz="900" dirty="0">
              <a:solidFill>
                <a:srgbClr val="188038"/>
              </a:solidFill>
              <a:latin typeface="Roboto Mono"/>
              <a:ea typeface="Roboto Mono"/>
              <a:cs typeface="Roboto Mono"/>
              <a:sym typeface="Roboto Mono"/>
            </a:endParaRPr>
          </a:p>
          <a:p>
            <a:pPr marL="0" marR="0" lvl="0" indent="0" algn="l" rtl="0">
              <a:lnSpc>
                <a:spcPct val="115000"/>
              </a:lnSpc>
              <a:spcBef>
                <a:spcPts val="0"/>
              </a:spcBef>
              <a:spcAft>
                <a:spcPts val="0"/>
              </a:spcAft>
              <a:buNone/>
            </a:pPr>
            <a:r>
              <a:rPr lang="en" sz="900" dirty="0">
                <a:solidFill>
                  <a:srgbClr val="188038"/>
                </a:solidFill>
                <a:latin typeface="Roboto Mono"/>
                <a:ea typeface="Roboto Mono"/>
                <a:cs typeface="Roboto Mono"/>
                <a:sym typeface="Roboto Mono"/>
              </a:rPr>
              <a:t>    └── server2.yml       # Variables for 'server2'</a:t>
            </a:r>
            <a:endParaRPr sz="1100" dirty="0">
              <a:solidFill>
                <a:srgbClr val="188038"/>
              </a:solidFill>
              <a:latin typeface="Roboto Mono"/>
              <a:ea typeface="Roboto Mono"/>
              <a:cs typeface="Roboto Mono"/>
              <a:sym typeface="Roboto Mono"/>
            </a:endParaRPr>
          </a:p>
          <a:p>
            <a:pPr marL="0" lvl="0" indent="0" algn="l" rtl="0">
              <a:spcBef>
                <a:spcPts val="1200"/>
              </a:spcBef>
              <a:spcAft>
                <a:spcPts val="0"/>
              </a:spcAft>
              <a:buNone/>
            </a:pPr>
            <a:endParaRPr sz="1000" b="1"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a:p>
            <a:pPr marL="0" lvl="0" indent="0" algn="l" rtl="0">
              <a:spcBef>
                <a:spcPts val="1200"/>
              </a:spcBef>
              <a:spcAft>
                <a:spcPts val="0"/>
              </a:spcAft>
              <a:buNone/>
            </a:pPr>
            <a:endParaRPr sz="1100" b="1" dirty="0">
              <a:latin typeface="Arial"/>
              <a:ea typeface="Arial"/>
              <a:cs typeface="Arial"/>
              <a:sym typeface="Arial"/>
            </a:endParaRPr>
          </a:p>
          <a:p>
            <a:pPr marL="0" lvl="0" indent="0" algn="l" rtl="0">
              <a:spcBef>
                <a:spcPts val="1200"/>
              </a:spcBef>
              <a:spcAft>
                <a:spcPts val="0"/>
              </a:spcAft>
              <a:buNone/>
            </a:pPr>
            <a:endParaRPr sz="1100" dirty="0">
              <a:latin typeface="Arial"/>
              <a:ea typeface="Arial"/>
              <a:cs typeface="Arial"/>
              <a:sym typeface="Arial"/>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4"/>
          <p:cNvSpPr txBox="1">
            <a:spLocks noGrp="1"/>
          </p:cNvSpPr>
          <p:nvPr>
            <p:ph type="title"/>
          </p:nvPr>
        </p:nvSpPr>
        <p:spPr>
          <a:xfrm>
            <a:off x="311700" y="445025"/>
            <a:ext cx="8520600" cy="613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Ansible Variables Precedence</a:t>
            </a:r>
            <a:endParaRPr/>
          </a:p>
        </p:txBody>
      </p:sp>
      <p:sp>
        <p:nvSpPr>
          <p:cNvPr id="251" name="Google Shape;251;p44"/>
          <p:cNvSpPr txBox="1">
            <a:spLocks noGrp="1"/>
          </p:cNvSpPr>
          <p:nvPr>
            <p:ph type="body" idx="1"/>
          </p:nvPr>
        </p:nvSpPr>
        <p:spPr>
          <a:xfrm>
            <a:off x="311700" y="1407000"/>
            <a:ext cx="8424000" cy="301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1100" b="1" dirty="0">
                <a:latin typeface="Arial"/>
                <a:ea typeface="Arial"/>
                <a:cs typeface="Arial"/>
                <a:sym typeface="Arial"/>
              </a:rPr>
              <a:t>Command-line variables (</a:t>
            </a:r>
            <a:r>
              <a:rPr lang="en" sz="1100" b="1" dirty="0">
                <a:solidFill>
                  <a:srgbClr val="188038"/>
                </a:solidFill>
                <a:latin typeface="Roboto Mono"/>
                <a:ea typeface="Roboto Mono"/>
                <a:cs typeface="Roboto Mono"/>
                <a:sym typeface="Roboto Mono"/>
              </a:rPr>
              <a:t>--extra-vars</a:t>
            </a:r>
            <a:r>
              <a:rPr lang="en" sz="1100" b="1" dirty="0">
                <a:latin typeface="Arial"/>
                <a:ea typeface="Arial"/>
                <a:cs typeface="Arial"/>
                <a:sym typeface="Arial"/>
              </a:rPr>
              <a:t>)</a:t>
            </a:r>
            <a:r>
              <a:rPr lang="en" sz="1100" dirty="0">
                <a:latin typeface="Arial"/>
                <a:ea typeface="Arial"/>
                <a:cs typeface="Arial"/>
                <a:sym typeface="Arial"/>
              </a:rPr>
              <a:t> – Highest precedence // </a:t>
            </a:r>
            <a:r>
              <a:rPr lang="en" sz="1100" dirty="0">
                <a:solidFill>
                  <a:srgbClr val="FF0000"/>
                </a:solidFill>
                <a:latin typeface="Arial"/>
                <a:ea typeface="Arial"/>
                <a:cs typeface="Arial"/>
                <a:sym typeface="Arial"/>
              </a:rPr>
              <a:t>Not prescribed because the ideal/standard approach should always be to preserve everything in a file</a:t>
            </a:r>
            <a:endParaRPr sz="1100" dirty="0">
              <a:solidFill>
                <a:srgbClr val="FF0000"/>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dirty="0">
              <a:latin typeface="Arial"/>
              <a:ea typeface="Arial"/>
              <a:cs typeface="Arial"/>
              <a:sym typeface="Arial"/>
            </a:endParaRPr>
          </a:p>
          <a:p>
            <a:pPr marL="0" lvl="0" indent="0" algn="l" rtl="0">
              <a:spcBef>
                <a:spcPts val="0"/>
              </a:spcBef>
              <a:spcAft>
                <a:spcPts val="0"/>
              </a:spcAft>
              <a:buNone/>
            </a:pPr>
            <a:r>
              <a:rPr lang="en" sz="1100" b="1" dirty="0">
                <a:latin typeface="Arial"/>
                <a:ea typeface="Arial"/>
                <a:cs typeface="Arial"/>
                <a:sym typeface="Arial"/>
              </a:rPr>
              <a:t>Playbook variables (</a:t>
            </a:r>
            <a:r>
              <a:rPr lang="en" sz="1100" b="1" dirty="0">
                <a:solidFill>
                  <a:srgbClr val="188038"/>
                </a:solidFill>
                <a:latin typeface="Roboto Mono"/>
                <a:ea typeface="Roboto Mono"/>
                <a:cs typeface="Roboto Mono"/>
                <a:sym typeface="Roboto Mono"/>
              </a:rPr>
              <a:t>vars</a:t>
            </a:r>
            <a:r>
              <a:rPr lang="en" sz="1100" b="1" dirty="0">
                <a:latin typeface="Arial"/>
                <a:ea typeface="Arial"/>
                <a:cs typeface="Arial"/>
                <a:sym typeface="Arial"/>
              </a:rPr>
              <a:t> section)</a:t>
            </a:r>
            <a:endParaRPr sz="1100" b="1" dirty="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b="1" dirty="0">
              <a:latin typeface="Arial"/>
              <a:ea typeface="Arial"/>
              <a:cs typeface="Arial"/>
              <a:sym typeface="Arial"/>
            </a:endParaRPr>
          </a:p>
          <a:p>
            <a:pPr marL="0" lvl="0" indent="0" algn="l" rtl="0">
              <a:spcBef>
                <a:spcPts val="0"/>
              </a:spcBef>
              <a:spcAft>
                <a:spcPts val="0"/>
              </a:spcAft>
              <a:buNone/>
            </a:pPr>
            <a:r>
              <a:rPr lang="en" sz="1100" b="1" dirty="0">
                <a:latin typeface="Arial"/>
                <a:ea typeface="Arial"/>
                <a:cs typeface="Arial"/>
                <a:sym typeface="Arial"/>
              </a:rPr>
              <a:t>Host variables (</a:t>
            </a:r>
            <a:r>
              <a:rPr lang="en" sz="1100" b="1" dirty="0">
                <a:solidFill>
                  <a:srgbClr val="188038"/>
                </a:solidFill>
                <a:latin typeface="Roboto Mono"/>
                <a:ea typeface="Roboto Mono"/>
                <a:cs typeface="Roboto Mono"/>
                <a:sym typeface="Roboto Mono"/>
              </a:rPr>
              <a:t>host_vars</a:t>
            </a:r>
            <a:r>
              <a:rPr lang="en" sz="1100" b="1" dirty="0">
                <a:latin typeface="Arial"/>
                <a:ea typeface="Arial"/>
                <a:cs typeface="Arial"/>
                <a:sym typeface="Arial"/>
              </a:rPr>
              <a:t>)</a:t>
            </a:r>
            <a:endParaRPr sz="1100" b="1" dirty="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b="1" dirty="0">
              <a:latin typeface="Arial"/>
              <a:ea typeface="Arial"/>
              <a:cs typeface="Arial"/>
              <a:sym typeface="Arial"/>
            </a:endParaRPr>
          </a:p>
          <a:p>
            <a:pPr marL="0" lvl="0" indent="0" algn="l" rtl="0">
              <a:spcBef>
                <a:spcPts val="0"/>
              </a:spcBef>
              <a:spcAft>
                <a:spcPts val="0"/>
              </a:spcAft>
              <a:buNone/>
            </a:pPr>
            <a:r>
              <a:rPr lang="en" sz="1100" b="1" dirty="0">
                <a:latin typeface="Arial"/>
                <a:ea typeface="Arial"/>
                <a:cs typeface="Arial"/>
                <a:sym typeface="Arial"/>
              </a:rPr>
              <a:t>Group variables (</a:t>
            </a:r>
            <a:r>
              <a:rPr lang="en" sz="1100" b="1" dirty="0">
                <a:solidFill>
                  <a:srgbClr val="188038"/>
                </a:solidFill>
                <a:latin typeface="Roboto Mono"/>
                <a:ea typeface="Roboto Mono"/>
                <a:cs typeface="Roboto Mono"/>
                <a:sym typeface="Roboto Mono"/>
              </a:rPr>
              <a:t>group_</a:t>
            </a:r>
            <a:r>
              <a:rPr lang="en" sz="1100" b="1">
                <a:solidFill>
                  <a:srgbClr val="188038"/>
                </a:solidFill>
                <a:latin typeface="Roboto Mono"/>
                <a:ea typeface="Roboto Mono"/>
                <a:cs typeface="Roboto Mono"/>
                <a:sym typeface="Roboto Mono"/>
              </a:rPr>
              <a:t>vars</a:t>
            </a:r>
            <a:r>
              <a:rPr lang="en" sz="1100" b="1">
                <a:latin typeface="Arial"/>
                <a:ea typeface="Arial"/>
                <a:cs typeface="Arial"/>
                <a:sym typeface="Arial"/>
              </a:rPr>
              <a:t>) // Best place to define the variables</a:t>
            </a:r>
            <a:endParaRPr sz="1100" b="1" dirty="0">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b="1" dirty="0">
              <a:latin typeface="Arial"/>
              <a:ea typeface="Arial"/>
              <a:cs typeface="Arial"/>
              <a:sym typeface="Arial"/>
            </a:endParaRPr>
          </a:p>
          <a:p>
            <a:pPr marL="0" lvl="0" indent="0" algn="l" rtl="0">
              <a:spcBef>
                <a:spcPts val="0"/>
              </a:spcBef>
              <a:spcAft>
                <a:spcPts val="0"/>
              </a:spcAft>
              <a:buNone/>
            </a:pPr>
            <a:r>
              <a:rPr lang="en" sz="1100" b="1" dirty="0">
                <a:latin typeface="Arial"/>
                <a:ea typeface="Arial"/>
                <a:cs typeface="Arial"/>
                <a:sym typeface="Arial"/>
              </a:rPr>
              <a:t>Role variables defined in </a:t>
            </a:r>
            <a:r>
              <a:rPr lang="en" sz="1100" b="1" dirty="0">
                <a:solidFill>
                  <a:srgbClr val="188038"/>
                </a:solidFill>
                <a:latin typeface="Roboto Mono"/>
                <a:ea typeface="Roboto Mono"/>
                <a:cs typeface="Roboto Mono"/>
                <a:sym typeface="Roboto Mono"/>
              </a:rPr>
              <a:t>vars/main.yml</a:t>
            </a:r>
            <a:r>
              <a:rPr lang="en" sz="1100" dirty="0">
                <a:latin typeface="Arial"/>
                <a:ea typeface="Arial"/>
                <a:cs typeface="Arial"/>
                <a:sym typeface="Arial"/>
              </a:rPr>
              <a:t> (if defined in the role) // </a:t>
            </a:r>
            <a:r>
              <a:rPr lang="en" sz="1100" dirty="0">
                <a:solidFill>
                  <a:srgbClr val="FF0000"/>
                </a:solidFill>
                <a:latin typeface="Arial"/>
                <a:ea typeface="Arial"/>
                <a:cs typeface="Arial"/>
                <a:sym typeface="Arial"/>
              </a:rPr>
              <a:t>Not the best place because we want to keep the role generic without any default or override variable</a:t>
            </a:r>
            <a:endParaRPr sz="1100" dirty="0">
              <a:solidFill>
                <a:srgbClr val="FF0000"/>
              </a:solidFill>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100" dirty="0">
              <a:latin typeface="Arial"/>
              <a:ea typeface="Arial"/>
              <a:cs typeface="Arial"/>
              <a:sym typeface="Arial"/>
            </a:endParaRPr>
          </a:p>
          <a:p>
            <a:pPr marL="0" lvl="0" indent="0" algn="l" rtl="0">
              <a:spcBef>
                <a:spcPts val="0"/>
              </a:spcBef>
              <a:spcAft>
                <a:spcPts val="0"/>
              </a:spcAft>
              <a:buClr>
                <a:schemeClr val="dk1"/>
              </a:buClr>
              <a:buSzPts val="1100"/>
              <a:buFont typeface="Arial"/>
              <a:buNone/>
            </a:pPr>
            <a:r>
              <a:rPr lang="en" sz="1100" b="1" dirty="0">
                <a:latin typeface="Arial"/>
                <a:ea typeface="Arial"/>
                <a:cs typeface="Arial"/>
                <a:sym typeface="Arial"/>
              </a:rPr>
              <a:t>Role defaults (</a:t>
            </a:r>
            <a:r>
              <a:rPr lang="en" sz="1100" b="1" dirty="0">
                <a:solidFill>
                  <a:srgbClr val="188038"/>
                </a:solidFill>
                <a:latin typeface="Roboto Mono"/>
                <a:ea typeface="Roboto Mono"/>
                <a:cs typeface="Roboto Mono"/>
                <a:sym typeface="Roboto Mono"/>
              </a:rPr>
              <a:t>defaults/main.yml</a:t>
            </a:r>
            <a:r>
              <a:rPr lang="en" sz="1100" b="1" dirty="0">
                <a:latin typeface="Arial"/>
                <a:ea typeface="Arial"/>
                <a:cs typeface="Arial"/>
                <a:sym typeface="Arial"/>
              </a:rPr>
              <a:t>)</a:t>
            </a:r>
            <a:r>
              <a:rPr lang="en" sz="1100" dirty="0">
                <a:latin typeface="Arial"/>
                <a:ea typeface="Arial"/>
                <a:cs typeface="Arial"/>
                <a:sym typeface="Arial"/>
              </a:rPr>
              <a:t> – Lowest precedence // </a:t>
            </a:r>
            <a:r>
              <a:rPr lang="en" sz="1100" dirty="0">
                <a:solidFill>
                  <a:srgbClr val="FF0000"/>
                </a:solidFill>
                <a:latin typeface="Arial"/>
                <a:ea typeface="Arial"/>
                <a:cs typeface="Arial"/>
                <a:sym typeface="Arial"/>
              </a:rPr>
              <a:t>Not the best place because we want to keep the role generic without any default or override variable</a:t>
            </a:r>
            <a:endParaRPr sz="1100" dirty="0">
              <a:solidFill>
                <a:srgbClr val="FF0000"/>
              </a:solidFill>
              <a:latin typeface="Arial"/>
              <a:ea typeface="Arial"/>
              <a:cs typeface="Arial"/>
              <a:sym typeface="Arial"/>
            </a:endParaRPr>
          </a:p>
          <a:p>
            <a:pPr marL="0" marR="0" lvl="0" indent="0" algn="l" rtl="0">
              <a:lnSpc>
                <a:spcPct val="115000"/>
              </a:lnSpc>
              <a:spcBef>
                <a:spcPts val="0"/>
              </a:spcBef>
              <a:spcAft>
                <a:spcPts val="0"/>
              </a:spcAft>
              <a:buNone/>
            </a:pPr>
            <a:endParaRPr sz="1100" b="1" dirty="0">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Paperback">
  <a:themeElements>
    <a:clrScheme name="Paperback">
      <a:dk1>
        <a:srgbClr val="000000"/>
      </a:dk1>
      <a:lt1>
        <a:srgbClr val="FFFFFF"/>
      </a:lt1>
      <a:dk2>
        <a:srgbClr val="00695C"/>
      </a:dk2>
      <a:lt2>
        <a:srgbClr val="26A69A"/>
      </a:lt2>
      <a:accent1>
        <a:srgbClr val="FFFBF0"/>
      </a:accent1>
      <a:accent2>
        <a:srgbClr val="B7B7B7"/>
      </a:accent2>
      <a:accent3>
        <a:srgbClr val="FB8C00"/>
      </a:accent3>
      <a:accent4>
        <a:srgbClr val="80CBC4"/>
      </a:accent4>
      <a:accent5>
        <a:srgbClr val="AF4345"/>
      </a:accent5>
      <a:accent6>
        <a:srgbClr val="F58F8F"/>
      </a:accent6>
      <a:hlink>
        <a:srgbClr val="AF4345"/>
      </a:hlink>
      <a:folHlink>
        <a:srgbClr val="AF434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1008</TotalTime>
  <Words>2353</Words>
  <Application>Microsoft Office PowerPoint</Application>
  <PresentationFormat>On-screen Show (16:9)</PresentationFormat>
  <Paragraphs>460</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Roboto Mono</vt:lpstr>
      <vt:lpstr>Old Standard TT</vt:lpstr>
      <vt:lpstr>Arial</vt:lpstr>
      <vt:lpstr>Paperback</vt:lpstr>
      <vt:lpstr>Configuration Management with Ansible</vt:lpstr>
      <vt:lpstr>Agenda</vt:lpstr>
      <vt:lpstr>Introduction</vt:lpstr>
      <vt:lpstr>Key Features of Ansible</vt:lpstr>
      <vt:lpstr>Main Components of Ansible</vt:lpstr>
      <vt:lpstr>Install Ansible – Control Node</vt:lpstr>
      <vt:lpstr>Ansible Playbook</vt:lpstr>
      <vt:lpstr>Ansible Inventory</vt:lpstr>
      <vt:lpstr>Key Sections of Ansible Playbook</vt:lpstr>
      <vt:lpstr>Key Sections of Ansible Playbook</vt:lpstr>
      <vt:lpstr>Different Modules of Ansible</vt:lpstr>
      <vt:lpstr>Different Modules of Ansible</vt:lpstr>
      <vt:lpstr>Templates in Ansible</vt:lpstr>
      <vt:lpstr>Handlers in Ansible</vt:lpstr>
      <vt:lpstr>Handlers in Ansible</vt:lpstr>
      <vt:lpstr>Tags in Ansible</vt:lpstr>
      <vt:lpstr>Tags in Ansible</vt:lpstr>
      <vt:lpstr>Ansible Looping</vt:lpstr>
      <vt:lpstr>Ansible Looping</vt:lpstr>
      <vt:lpstr>Ansible Conditionals</vt:lpstr>
      <vt:lpstr>Ansible Conditionals</vt:lpstr>
      <vt:lpstr>Ansible Conditionals (Logical AND)</vt:lpstr>
      <vt:lpstr>Ansible Conditionals (Logical OR)</vt:lpstr>
      <vt:lpstr>Ansible Roles</vt:lpstr>
      <vt:lpstr>Ansible Variables</vt:lpstr>
      <vt:lpstr>Ansible Variables</vt:lpstr>
      <vt:lpstr>Ansible Variables Precedence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KubeCraft Technologies</cp:lastModifiedBy>
  <cp:revision>21</cp:revision>
  <dcterms:modified xsi:type="dcterms:W3CDTF">2026-01-10T11:28:38Z</dcterms:modified>
</cp:coreProperties>
</file>